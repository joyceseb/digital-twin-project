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emovePersonalInfoOnSave="1" saveSubsetFonts="1">
  <p:sldMasterIdLst>
    <p:sldMasterId id="2147484053" r:id="rId1"/>
  </p:sldMasterIdLst>
  <p:notesMasterIdLst>
    <p:notesMasterId r:id="rId24"/>
  </p:notesMasterIdLst>
  <p:handoutMasterIdLst>
    <p:handoutMasterId r:id="rId25"/>
  </p:handoutMasterIdLst>
  <p:sldIdLst>
    <p:sldId id="256" r:id="rId2"/>
    <p:sldId id="491" r:id="rId3"/>
    <p:sldId id="591" r:id="rId4"/>
    <p:sldId id="471" r:id="rId5"/>
    <p:sldId id="588" r:id="rId6"/>
    <p:sldId id="458" r:id="rId7"/>
    <p:sldId id="2147473341" r:id="rId8"/>
    <p:sldId id="2147473309" r:id="rId9"/>
    <p:sldId id="2147473342" r:id="rId10"/>
    <p:sldId id="594" r:id="rId11"/>
    <p:sldId id="2147473333" r:id="rId12"/>
    <p:sldId id="2147473346" r:id="rId13"/>
    <p:sldId id="599" r:id="rId14"/>
    <p:sldId id="2147473344" r:id="rId15"/>
    <p:sldId id="2147473334" r:id="rId16"/>
    <p:sldId id="2147473343" r:id="rId17"/>
    <p:sldId id="622" r:id="rId18"/>
    <p:sldId id="2147473345" r:id="rId19"/>
    <p:sldId id="357" r:id="rId20"/>
    <p:sldId id="270" r:id="rId21"/>
    <p:sldId id="358" r:id="rId22"/>
    <p:sldId id="346"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786F133-A30D-4B37-9EAC-0FDB0D5F6E01}">
          <p14:sldIdLst>
            <p14:sldId id="256"/>
            <p14:sldId id="491"/>
            <p14:sldId id="591"/>
            <p14:sldId id="471"/>
            <p14:sldId id="588"/>
            <p14:sldId id="458"/>
            <p14:sldId id="2147473341"/>
            <p14:sldId id="2147473309"/>
            <p14:sldId id="2147473342"/>
            <p14:sldId id="594"/>
            <p14:sldId id="2147473333"/>
            <p14:sldId id="2147473346"/>
            <p14:sldId id="599"/>
            <p14:sldId id="2147473344"/>
            <p14:sldId id="2147473334"/>
            <p14:sldId id="2147473343"/>
            <p14:sldId id="622"/>
            <p14:sldId id="2147473345"/>
            <p14:sldId id="357"/>
            <p14:sldId id="270"/>
            <p14:sldId id="358"/>
            <p14:sldId id="346"/>
          </p14:sldIdLst>
        </p14:section>
      </p14:sectionLst>
    </p:ext>
    <p:ext uri="{EFAFB233-063F-42B5-8137-9DF3F51BA10A}">
      <p15:sldGuideLst xmlns:p15="http://schemas.microsoft.com/office/powerpoint/2012/main">
        <p15:guide id="2" pos="3840" userDrawn="1">
          <p15:clr>
            <a:srgbClr val="F26B43"/>
          </p15:clr>
        </p15:guide>
        <p15:guide id="3" orient="horz" pos="216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472E4"/>
    <a:srgbClr val="93440F"/>
    <a:srgbClr val="25768F"/>
    <a:srgbClr val="F8D2B9"/>
    <a:srgbClr val="ADDCEA"/>
    <a:srgbClr val="6D2CA7"/>
    <a:srgbClr val="E44D25"/>
    <a:srgbClr val="7B260F"/>
    <a:srgbClr val="AE3716"/>
    <a:srgbClr val="C8422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D51ADE6A-740E-44AE-83CC-AE7238B6C88D}">
  <a:tblStyle styleId="{D51ADE6A-740E-44AE-83CC-AE7238B6C88D}" styleName="OMDIA">
    <a:tblBg/>
    <a:wholeTbl>
      <a:tcTxStyle b="off" i="off">
        <a:fontRef idx="minor">
          <a:srgbClr val="585858"/>
        </a:fontRef>
        <a:srgbClr val="000000"/>
      </a:tcTxStyle>
      <a:tcStyle>
        <a:tcBdr>
          <a:left>
            <a:ln w="6350" cap="flat">
              <a:solidFill>
                <a:srgbClr val="FFFFFF"/>
              </a:solidFill>
              <a:prstDash val="solid"/>
              <a:round/>
            </a:ln>
          </a:left>
          <a:right>
            <a:ln w="6350" cap="flat">
              <a:solidFill>
                <a:srgbClr val="FFFFFF"/>
              </a:solidFill>
              <a:prstDash val="solid"/>
              <a:round/>
            </a:ln>
          </a:right>
          <a:top>
            <a:ln w="6350" cap="flat">
              <a:solidFill>
                <a:schemeClr val="lt1"/>
              </a:solidFill>
              <a:prstDash val="solid"/>
              <a:miter lim="400000"/>
            </a:ln>
          </a:top>
          <a:bottom>
            <a:ln w="6350" cap="flat">
              <a:solidFill>
                <a:schemeClr val="lt1"/>
              </a:solidFill>
              <a:prstDash val="solid"/>
              <a:miter lim="400000"/>
            </a:ln>
          </a:bottom>
          <a:insideH>
            <a:ln w="6350" cap="flat">
              <a:solidFill>
                <a:srgbClr val="6D2CA7"/>
              </a:solidFill>
              <a:prstDash val="solid"/>
              <a:miter lim="400000"/>
            </a:ln>
          </a:insideH>
          <a:insideV>
            <a:ln w="0" cap="flat">
              <a:solidFill>
                <a:srgbClr val="FFFFFF"/>
              </a:solidFill>
              <a:prstDash val="solid"/>
              <a:round/>
            </a:ln>
          </a:insideV>
        </a:tcBdr>
        <a:fill>
          <a:solidFill>
            <a:srgbClr val="FFFFFF"/>
          </a:solidFill>
        </a:fill>
      </a:tcStyle>
    </a:wholeTbl>
    <a:band1H>
      <a:tcTxStyle/>
      <a:tcStyle>
        <a:tcBdr/>
        <a:fill>
          <a:solidFill>
            <a:srgbClr val="EDE1F7"/>
          </a:solidFill>
        </a:fill>
      </a:tcStyle>
    </a:band1H>
    <a:band2H>
      <a:tcTxStyle/>
      <a:tcStyle>
        <a:tcBdr/>
        <a:fill>
          <a:solidFill>
            <a:srgbClr val="FFFFFF"/>
          </a:solidFill>
        </a:fill>
      </a:tcStyle>
    </a:band2H>
    <a:band1V>
      <a:tcStyle>
        <a:tcBdr/>
        <a:fill>
          <a:solidFill>
            <a:srgbClr val="EDE1F7"/>
          </a:solidFill>
        </a:fill>
      </a:tcStyle>
    </a:band1V>
    <a:band2V>
      <a:tcStyle>
        <a:tcBdr/>
        <a:fill>
          <a:solidFill>
            <a:srgbClr val="FFFFFF"/>
          </a:solidFill>
        </a:fill>
      </a:tcStyle>
    </a:band2V>
    <a:lastCol>
      <a:tcTxStyle b="off" i="off">
        <a:font>
          <a:latin typeface="Calibri (Body)"/>
          <a:ea typeface="Calibri (Body)"/>
          <a:cs typeface="Calibri (Body)"/>
        </a:font>
        <a:srgbClr val="000000"/>
      </a:tcTxStyle>
      <a:tcStyle>
        <a:tcBdr>
          <a:left>
            <a:ln w="6350" cap="flat">
              <a:solidFill>
                <a:srgbClr val="FFFFFF"/>
              </a:solidFill>
              <a:prstDash val="solid"/>
              <a:round/>
            </a:ln>
          </a:left>
          <a:right>
            <a:ln w="6350" cap="flat">
              <a:solidFill>
                <a:srgbClr val="FFFFFF"/>
              </a:solidFill>
              <a:prstDash val="solid"/>
              <a:round/>
            </a:ln>
          </a:right>
          <a:top>
            <a:ln w="6350" cap="flat">
              <a:solidFill>
                <a:srgbClr val="FFFFFF"/>
              </a:solidFill>
              <a:prstDash val="solid"/>
              <a:round/>
            </a:ln>
          </a:top>
          <a:bottom>
            <a:ln w="6350" cap="flat">
              <a:solidFill>
                <a:srgbClr val="FFFFFF"/>
              </a:solidFill>
              <a:prstDash val="solid"/>
              <a:round/>
            </a:ln>
          </a:bottom>
          <a:insideH>
            <a:ln w="6350" cap="flat">
              <a:solidFill>
                <a:srgbClr val="FFFFFF"/>
              </a:solidFill>
              <a:prstDash val="solid"/>
              <a:round/>
            </a:ln>
          </a:insideH>
          <a:insideV>
            <a:ln w="6350" cap="flat">
              <a:solidFill>
                <a:srgbClr val="FFFFFF"/>
              </a:solidFill>
              <a:prstDash val="solid"/>
              <a:round/>
            </a:ln>
          </a:insideV>
        </a:tcBdr>
        <a:fill>
          <a:solidFill>
            <a:srgbClr val="FFFFFF"/>
          </a:solidFill>
        </a:fill>
      </a:tcStyle>
    </a:lastCol>
    <a:firstCol>
      <a:tcTxStyle b="off" i="off">
        <a:font>
          <a:latin typeface="Calibri (Body)"/>
          <a:ea typeface="Calibri (Body)"/>
          <a:cs typeface="Calibri (Body)"/>
        </a:font>
        <a:srgbClr val="333333"/>
      </a:tcTxStyle>
      <a:tcStyle>
        <a:tcBdr>
          <a:left>
            <a:ln w="6350" cap="flat">
              <a:solidFill>
                <a:srgbClr val="FFFFFF"/>
              </a:solidFill>
              <a:prstDash val="solid"/>
              <a:round/>
            </a:ln>
          </a:left>
          <a:right>
            <a:ln w="6350" cap="flat">
              <a:solidFill>
                <a:srgbClr val="FFFFFF"/>
              </a:solidFill>
              <a:prstDash val="solid"/>
              <a:round/>
            </a:ln>
          </a:right>
          <a:top>
            <a:ln w="6350" cap="flat">
              <a:solidFill>
                <a:srgbClr val="FFFFFF"/>
              </a:solidFill>
              <a:prstDash val="solid"/>
              <a:round/>
            </a:ln>
          </a:top>
          <a:bottom>
            <a:ln w="6350" cap="flat">
              <a:solidFill>
                <a:srgbClr val="FFFFFF"/>
              </a:solidFill>
              <a:prstDash val="solid"/>
              <a:round/>
            </a:ln>
          </a:bottom>
          <a:insideH>
            <a:ln w="6350" cap="flat">
              <a:solidFill>
                <a:srgbClr val="FFFFFF"/>
              </a:solidFill>
              <a:prstDash val="solid"/>
              <a:round/>
            </a:ln>
          </a:insideH>
          <a:insideV>
            <a:ln w="6350" cap="flat">
              <a:solidFill>
                <a:srgbClr val="FFFFFF"/>
              </a:solidFill>
              <a:prstDash val="solid"/>
              <a:round/>
            </a:ln>
          </a:insideV>
        </a:tcBdr>
        <a:fill>
          <a:solidFill>
            <a:srgbClr val="FFFFFF"/>
          </a:solidFill>
        </a:fill>
      </a:tcStyle>
    </a:firstCol>
    <a:lastRow>
      <a:tcTxStyle b="on" i="off">
        <a:font>
          <a:latin typeface="Calibri (Body)"/>
          <a:ea typeface="Calibri (Body)"/>
          <a:cs typeface="Calibri (Body)"/>
        </a:font>
        <a:srgbClr val="6D2CA7"/>
      </a:tcTxStyle>
      <a:tcStyle>
        <a:tcBdr>
          <a:left>
            <a:ln w="6350" cap="flat">
              <a:solidFill>
                <a:srgbClr val="FFFFFF"/>
              </a:solidFill>
              <a:prstDash val="solid"/>
              <a:round/>
            </a:ln>
          </a:left>
          <a:right>
            <a:ln w="6350" cap="flat">
              <a:solidFill>
                <a:srgbClr val="FFFFFF"/>
              </a:solidFill>
              <a:prstDash val="solid"/>
              <a:round/>
            </a:ln>
          </a:right>
          <a:top>
            <a:ln w="6350" cap="flat">
              <a:solidFill>
                <a:srgbClr val="6D2CA7"/>
              </a:solidFill>
              <a:prstDash val="solid"/>
              <a:round/>
            </a:ln>
          </a:top>
          <a:bottom>
            <a:ln w="6350" cap="flat">
              <a:solidFill>
                <a:srgbClr val="FFFFFF"/>
              </a:solidFill>
              <a:prstDash val="solid"/>
              <a:round/>
            </a:ln>
          </a:bottom>
          <a:insideH>
            <a:ln w="6350" cap="flat">
              <a:solidFill>
                <a:srgbClr val="FFFFFF"/>
              </a:solidFill>
              <a:prstDash val="solid"/>
              <a:round/>
            </a:ln>
          </a:insideH>
          <a:insideV>
            <a:ln w="0" cap="flat">
              <a:solidFill>
                <a:srgbClr val="FFFFFF"/>
              </a:solidFill>
              <a:prstDash val="solid"/>
              <a:round/>
            </a:ln>
          </a:insideV>
        </a:tcBdr>
        <a:fill>
          <a:solidFill>
            <a:srgbClr val="FFFFFF"/>
          </a:solidFill>
        </a:fill>
      </a:tcStyle>
    </a:lastRow>
    <a:firstRow>
      <a:tcTxStyle b="off" i="off">
        <a:fontRef idx="minor">
          <a:srgbClr val="6D2CA7"/>
        </a:fontRef>
        <a:srgbClr val="6D2CA7"/>
      </a:tcTxStyle>
      <a:tcStyle>
        <a:tcBdr>
          <a:left>
            <a:ln w="0" cap="flat">
              <a:solidFill>
                <a:srgbClr val="FFFFFF"/>
              </a:solidFill>
              <a:prstDash val="solid"/>
              <a:round/>
            </a:ln>
          </a:left>
          <a:right>
            <a:ln w="0" cap="flat">
              <a:solidFill>
                <a:srgbClr val="FFFFFF"/>
              </a:solidFill>
              <a:prstDash val="solid"/>
              <a:round/>
            </a:ln>
          </a:right>
          <a:top>
            <a:ln w="6350" cap="flat">
              <a:solidFill>
                <a:srgbClr val="FFFFFF"/>
              </a:solidFill>
              <a:prstDash val="solid"/>
              <a:miter lim="400000"/>
            </a:ln>
          </a:top>
          <a:bottom>
            <a:ln w="6350" cap="flat">
              <a:solidFill>
                <a:srgbClr val="6D2CA7"/>
              </a:solidFill>
              <a:prstDash val="solid"/>
              <a:round/>
            </a:ln>
          </a:bottom>
          <a:insideH>
            <a:ln w="0" cap="flat">
              <a:solidFill>
                <a:srgbClr val="FFFFFF"/>
              </a:solidFill>
              <a:prstDash val="solid"/>
              <a:round/>
            </a:ln>
          </a:insideH>
          <a:insideV>
            <a:ln w="10160" cap="flat">
              <a:solidFill>
                <a:srgbClr val="FFFFFF"/>
              </a:solidFill>
              <a:prstDash val="solid"/>
              <a:round/>
            </a:ln>
          </a:insideV>
        </a:tcBdr>
        <a:fill>
          <a:solidFill>
            <a:srgbClr val="FFFFFF"/>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188" autoAdjust="0"/>
    <p:restoredTop sz="96091" autoAdjust="0"/>
  </p:normalViewPr>
  <p:slideViewPr>
    <p:cSldViewPr snapToGrid="0">
      <p:cViewPr varScale="1">
        <p:scale>
          <a:sx n="102" d="100"/>
          <a:sy n="102" d="100"/>
        </p:scale>
        <p:origin x="870" y="114"/>
      </p:cViewPr>
      <p:guideLst>
        <p:guide pos="3840"/>
        <p:guide orient="horz" pos="2160"/>
      </p:guideLst>
    </p:cSldViewPr>
  </p:slideViewPr>
  <p:notesTextViewPr>
    <p:cViewPr>
      <p:scale>
        <a:sx n="1" d="1"/>
        <a:sy n="1" d="1"/>
      </p:scale>
      <p:origin x="0" y="0"/>
    </p:cViewPr>
  </p:notesTextViewPr>
  <p:notesViewPr>
    <p:cSldViewPr snapToGrid="0">
      <p:cViewPr>
        <p:scale>
          <a:sx n="1" d="2"/>
          <a:sy n="1" d="2"/>
        </p:scale>
        <p:origin x="5320" y="152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C484F23-5DF7-409F-AA71-1614122DB28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8578E213-8DE2-47D2-9004-6F62F414D3F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77DF3D5-09DC-4A7A-AE63-978A3E4855AF}" type="datetimeFigureOut">
              <a:rPr lang="en-GB" smtClean="0"/>
              <a:t>04/12/2024</a:t>
            </a:fld>
            <a:endParaRPr lang="en-GB"/>
          </a:p>
        </p:txBody>
      </p:sp>
      <p:sp>
        <p:nvSpPr>
          <p:cNvPr id="4" name="Footer Placeholder 3">
            <a:extLst>
              <a:ext uri="{FF2B5EF4-FFF2-40B4-BE49-F238E27FC236}">
                <a16:creationId xmlns:a16="http://schemas.microsoft.com/office/drawing/2014/main" id="{B12222FB-4C8D-4921-9561-7990662F957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C3C6AE66-C725-4750-B57B-724BF5C98C1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8371DAD-D243-4334-A4EB-FD023C0B7D94}" type="slidenum">
              <a:rPr lang="en-GB" smtClean="0"/>
              <a:t>‹#›</a:t>
            </a:fld>
            <a:endParaRPr lang="en-GB"/>
          </a:p>
        </p:txBody>
      </p:sp>
    </p:spTree>
    <p:extLst>
      <p:ext uri="{BB962C8B-B14F-4D97-AF65-F5344CB8AC3E}">
        <p14:creationId xmlns:p14="http://schemas.microsoft.com/office/powerpoint/2010/main" val="211611152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14EDD24-C05C-4689-888C-A18A1A14EA98}" type="datetimeFigureOut">
              <a:rPr lang="en-GB" smtClean="0"/>
              <a:t>04/12/2024</a:t>
            </a:fld>
            <a:endParaRPr lang="en-GB"/>
          </a:p>
        </p:txBody>
      </p:sp>
      <p:sp>
        <p:nvSpPr>
          <p:cNvPr id="4" name="Slide Image Placeholder 3"/>
          <p:cNvSpPr>
            <a:spLocks noGrp="1" noRot="1" noChangeAspect="1"/>
          </p:cNvSpPr>
          <p:nvPr>
            <p:ph type="sldImg" idx="2"/>
          </p:nvPr>
        </p:nvSpPr>
        <p:spPr>
          <a:xfrm>
            <a:off x="407736" y="458788"/>
            <a:ext cx="6042528" cy="3398922"/>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397040" y="4106779"/>
            <a:ext cx="6063920" cy="4578434"/>
          </a:xfrm>
          <a:prstGeom prst="rect">
            <a:avLst/>
          </a:prstGeom>
        </p:spPr>
        <p:txBody>
          <a:bodyPr vert="horz" lIns="0" tIns="0" rIns="0" bIns="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176AA17-6443-4A5C-B72D-23A3C941D7AB}" type="slidenum">
              <a:rPr lang="en-GB" smtClean="0"/>
              <a:t>‹#›</a:t>
            </a:fld>
            <a:endParaRPr lang="en-GB"/>
          </a:p>
        </p:txBody>
      </p:sp>
    </p:spTree>
    <p:extLst>
      <p:ext uri="{BB962C8B-B14F-4D97-AF65-F5344CB8AC3E}">
        <p14:creationId xmlns:p14="http://schemas.microsoft.com/office/powerpoint/2010/main" val="34963272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216000" algn="l" defTabSz="914400" rtl="0" eaLnBrk="1" latinLnBrk="0" hangingPunct="1">
      <a:defRPr sz="1200" kern="1200">
        <a:solidFill>
          <a:schemeClr val="tx1"/>
        </a:solidFill>
        <a:latin typeface="+mn-lt"/>
        <a:ea typeface="+mn-ea"/>
        <a:cs typeface="+mn-cs"/>
      </a:defRPr>
    </a:lvl2pPr>
    <a:lvl3pPr marL="432000" algn="l" defTabSz="914400" rtl="0" eaLnBrk="1" latinLnBrk="0" hangingPunct="1">
      <a:defRPr sz="1200" kern="1200">
        <a:solidFill>
          <a:schemeClr val="tx1"/>
        </a:solidFill>
        <a:latin typeface="+mn-lt"/>
        <a:ea typeface="+mn-ea"/>
        <a:cs typeface="+mn-cs"/>
      </a:defRPr>
    </a:lvl3pPr>
    <a:lvl4pPr marL="648000" algn="l" defTabSz="914400" rtl="0" eaLnBrk="1" latinLnBrk="0" hangingPunct="1">
      <a:defRPr sz="1200" kern="1200">
        <a:solidFill>
          <a:schemeClr val="tx1"/>
        </a:solidFill>
        <a:latin typeface="+mn-lt"/>
        <a:ea typeface="+mn-ea"/>
        <a:cs typeface="+mn-cs"/>
      </a:defRPr>
    </a:lvl4pPr>
    <a:lvl5pPr marL="8640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7988" y="458788"/>
            <a:ext cx="6042025" cy="3398837"/>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176AA17-6443-4A5C-B72D-23A3C941D7AB}" type="slidenum">
              <a:rPr lang="en-GB" smtClean="0"/>
              <a:t>1</a:t>
            </a:fld>
            <a:endParaRPr lang="en-GB"/>
          </a:p>
        </p:txBody>
      </p:sp>
    </p:spTree>
    <p:extLst>
      <p:ext uri="{BB962C8B-B14F-4D97-AF65-F5344CB8AC3E}">
        <p14:creationId xmlns:p14="http://schemas.microsoft.com/office/powerpoint/2010/main" val="23778070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7988" y="458788"/>
            <a:ext cx="6042025" cy="3398837"/>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176AA17-6443-4A5C-B72D-23A3C941D7AB}" type="slidenum">
              <a:rPr lang="en-GB" smtClean="0"/>
              <a:t>13</a:t>
            </a:fld>
            <a:endParaRPr lang="en-GB"/>
          </a:p>
        </p:txBody>
      </p:sp>
    </p:spTree>
    <p:extLst>
      <p:ext uri="{BB962C8B-B14F-4D97-AF65-F5344CB8AC3E}">
        <p14:creationId xmlns:p14="http://schemas.microsoft.com/office/powerpoint/2010/main" val="399618968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7988" y="458788"/>
            <a:ext cx="6042025" cy="3398837"/>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176AA17-6443-4A5C-B72D-23A3C941D7AB}" type="slidenum">
              <a:rPr lang="en-GB" smtClean="0"/>
              <a:t>14</a:t>
            </a:fld>
            <a:endParaRPr lang="en-GB"/>
          </a:p>
        </p:txBody>
      </p:sp>
    </p:spTree>
    <p:extLst>
      <p:ext uri="{BB962C8B-B14F-4D97-AF65-F5344CB8AC3E}">
        <p14:creationId xmlns:p14="http://schemas.microsoft.com/office/powerpoint/2010/main" val="22185822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7988" y="458788"/>
            <a:ext cx="6042025" cy="3398837"/>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176AA17-6443-4A5C-B72D-23A3C941D7AB}" type="slidenum">
              <a:rPr lang="en-GB" smtClean="0"/>
              <a:t>18</a:t>
            </a:fld>
            <a:endParaRPr lang="en-GB"/>
          </a:p>
        </p:txBody>
      </p:sp>
    </p:spTree>
    <p:extLst>
      <p:ext uri="{BB962C8B-B14F-4D97-AF65-F5344CB8AC3E}">
        <p14:creationId xmlns:p14="http://schemas.microsoft.com/office/powerpoint/2010/main" val="238776686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5.sv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 Id="rId6" Type="http://schemas.openxmlformats.org/officeDocument/2006/relationships/image" Target="../media/image9.svg"/><Relationship Id="rId5" Type="http://schemas.openxmlformats.org/officeDocument/2006/relationships/image" Target="../media/image2.png"/><Relationship Id="rId4" Type="http://schemas.openxmlformats.org/officeDocument/2006/relationships/image" Target="../media/image8.svg"/></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1.png"/><Relationship Id="rId1" Type="http://schemas.openxmlformats.org/officeDocument/2006/relationships/slideMaster" Target="../slideMasters/slideMaster1.xml"/><Relationship Id="rId6" Type="http://schemas.openxmlformats.org/officeDocument/2006/relationships/image" Target="../media/image9.svg"/><Relationship Id="rId5" Type="http://schemas.openxmlformats.org/officeDocument/2006/relationships/image" Target="../media/image2.png"/><Relationship Id="rId4" Type="http://schemas.openxmlformats.org/officeDocument/2006/relationships/image" Target="../media/image8.svg"/></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2.png"/><Relationship Id="rId1" Type="http://schemas.openxmlformats.org/officeDocument/2006/relationships/slideMaster" Target="../slideMasters/slideMaster1.xml"/><Relationship Id="rId5" Type="http://schemas.openxmlformats.org/officeDocument/2006/relationships/hyperlink" Target="mailto:customersuccess@omdia.com" TargetMode="External"/><Relationship Id="rId4" Type="http://schemas.openxmlformats.org/officeDocument/2006/relationships/image" Target="../media/image3.sv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Placeholder 4">
            <a:extLst>
              <a:ext uri="{FF2B5EF4-FFF2-40B4-BE49-F238E27FC236}">
                <a16:creationId xmlns:a16="http://schemas.microsoft.com/office/drawing/2014/main" id="{E423E7E9-6226-1C1C-5F7E-6DC3D78542C3}"/>
              </a:ext>
            </a:extLst>
          </p:cNvPr>
          <p:cNvSpPr>
            <a:spLocks noGrp="1"/>
          </p:cNvSpPr>
          <p:nvPr>
            <p:ph type="body" sz="quarter" idx="12"/>
          </p:nvPr>
        </p:nvSpPr>
        <p:spPr>
          <a:xfrm>
            <a:off x="355600" y="5602835"/>
            <a:ext cx="3329940" cy="914400"/>
          </a:xfrm>
          <a:prstGeom prst="rect">
            <a:avLst/>
          </a:prstGeom>
        </p:spPr>
        <p:txBody>
          <a:bodyPr anchor="b" anchorCtr="0">
            <a:noAutofit/>
          </a:bodyPr>
          <a:lstStyle>
            <a:lvl1pPr marL="0" indent="0">
              <a:lnSpc>
                <a:spcPct val="105000"/>
              </a:lnSpc>
              <a:spcBef>
                <a:spcPts val="0"/>
              </a:spcBef>
              <a:buFontTx/>
              <a:buNone/>
              <a:defRPr sz="1300" b="1">
                <a:solidFill>
                  <a:schemeClr val="tx1"/>
                </a:solidFill>
              </a:defRPr>
            </a:lvl1pPr>
            <a:lvl2pPr marL="0" indent="0">
              <a:lnSpc>
                <a:spcPct val="105000"/>
              </a:lnSpc>
              <a:spcBef>
                <a:spcPts val="0"/>
              </a:spcBef>
              <a:buNone/>
              <a:defRPr sz="1300">
                <a:solidFill>
                  <a:schemeClr val="tx1"/>
                </a:solidFill>
              </a:defRPr>
            </a:lvl2pPr>
            <a:lvl3pPr>
              <a:defRPr sz="1200"/>
            </a:lvl3pPr>
            <a:lvl4pPr>
              <a:defRPr sz="1200"/>
            </a:lvl4pPr>
            <a:lvl5pPr>
              <a:defRPr sz="1200"/>
            </a:lvl5pPr>
          </a:lstStyle>
          <a:p>
            <a:pPr lvl="0"/>
            <a:r>
              <a:rPr lang="en-US"/>
              <a:t>Click to edit Master text styles</a:t>
            </a:r>
          </a:p>
          <a:p>
            <a:pPr lvl="1"/>
            <a:r>
              <a:rPr lang="en-US"/>
              <a:t>Second level</a:t>
            </a:r>
          </a:p>
        </p:txBody>
      </p:sp>
      <p:sp>
        <p:nvSpPr>
          <p:cNvPr id="29" name="Footer Placeholder 4">
            <a:extLst>
              <a:ext uri="{FF2B5EF4-FFF2-40B4-BE49-F238E27FC236}">
                <a16:creationId xmlns:a16="http://schemas.microsoft.com/office/drawing/2014/main" id="{CE3924CA-29DF-E289-6B37-F98EB2A4D207}"/>
              </a:ext>
            </a:extLst>
          </p:cNvPr>
          <p:cNvSpPr txBox="1">
            <a:spLocks/>
          </p:cNvSpPr>
          <p:nvPr userDrawn="1"/>
        </p:nvSpPr>
        <p:spPr>
          <a:xfrm>
            <a:off x="3518016" y="6259022"/>
            <a:ext cx="4511047" cy="239108"/>
          </a:xfrm>
          <a:prstGeom prst="rect">
            <a:avLst/>
          </a:prstGeom>
        </p:spPr>
        <p:txBody>
          <a:bodyPr vert="horz" lIns="0" tIns="0" rIns="0" bIns="0" rtlCol="0" anchor="b" anchorCtr="0">
            <a:normAutofit/>
          </a:bodyPr>
          <a:lstStyle>
            <a:defPPr>
              <a:defRPr lang="en-US"/>
            </a:defPPr>
            <a:lvl1pPr marL="0" algn="ctr" defTabSz="914400" rtl="0" eaLnBrk="1" latinLnBrk="0" hangingPunct="1">
              <a:lnSpc>
                <a:spcPct val="85000"/>
              </a:lnSpc>
              <a:defRPr sz="7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dirty="0"/>
              <a:t>Copyright </a:t>
            </a:r>
            <a:r>
              <a:rPr lang="en-MY" b="0" i="0" u="none" strike="noStrike" dirty="0">
                <a:solidFill>
                  <a:srgbClr val="000000"/>
                </a:solidFill>
                <a:effectLst/>
                <a:latin typeface="Calibri" panose="020F0502020204030204" pitchFamily="34" charset="0"/>
              </a:rPr>
              <a:t>© 2024 TechTarget, Inc. or its subsidiaries. All rights reserved.</a:t>
            </a:r>
            <a:endParaRPr lang="en-GB" dirty="0"/>
          </a:p>
        </p:txBody>
      </p:sp>
      <p:sp>
        <p:nvSpPr>
          <p:cNvPr id="3" name="Title 1">
            <a:extLst>
              <a:ext uri="{FF2B5EF4-FFF2-40B4-BE49-F238E27FC236}">
                <a16:creationId xmlns:a16="http://schemas.microsoft.com/office/drawing/2014/main" id="{C4058837-FF3F-A06E-C177-958868F7D2C2}"/>
              </a:ext>
            </a:extLst>
          </p:cNvPr>
          <p:cNvSpPr>
            <a:spLocks noGrp="1"/>
          </p:cNvSpPr>
          <p:nvPr>
            <p:ph type="ctrTitle"/>
          </p:nvPr>
        </p:nvSpPr>
        <p:spPr>
          <a:xfrm>
            <a:off x="351930" y="476250"/>
            <a:ext cx="7596683" cy="3372736"/>
          </a:xfrm>
          <a:prstGeom prst="rect">
            <a:avLst/>
          </a:prstGeom>
        </p:spPr>
        <p:txBody>
          <a:bodyPr anchor="b" anchorCtr="0">
            <a:noAutofit/>
          </a:bodyPr>
          <a:lstStyle>
            <a:lvl1pPr algn="l">
              <a:lnSpc>
                <a:spcPct val="80000"/>
              </a:lnSpc>
              <a:defRPr sz="5400" b="1" spc="-20" baseline="0">
                <a:solidFill>
                  <a:srgbClr val="6D2CA7"/>
                </a:solidFill>
              </a:defRPr>
            </a:lvl1pPr>
          </a:lstStyle>
          <a:p>
            <a:r>
              <a:rPr lang="en-US"/>
              <a:t>Click to edit Master title style</a:t>
            </a:r>
            <a:endParaRPr lang="en-GB"/>
          </a:p>
        </p:txBody>
      </p:sp>
      <p:pic>
        <p:nvPicPr>
          <p:cNvPr id="6" name="Graphic 5">
            <a:extLst>
              <a:ext uri="{FF2B5EF4-FFF2-40B4-BE49-F238E27FC236}">
                <a16:creationId xmlns:a16="http://schemas.microsoft.com/office/drawing/2014/main" id="{72F0B733-C38C-3247-ABC8-E974DE193242}"/>
              </a:ext>
            </a:extLst>
          </p:cNvPr>
          <p:cNvPicPr>
            <a:picLocks noChangeAspect="1"/>
          </p:cNvPicPr>
          <p:nvPr userDrawn="1"/>
        </p:nvPicPr>
        <p:blipFill>
          <a:blip r:embed="rId3" cstate="email">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321800" y="5966645"/>
            <a:ext cx="2476500" cy="531486"/>
          </a:xfrm>
          <a:prstGeom prst="rect">
            <a:avLst/>
          </a:prstGeom>
        </p:spPr>
      </p:pic>
    </p:spTree>
    <p:extLst>
      <p:ext uri="{BB962C8B-B14F-4D97-AF65-F5344CB8AC3E}">
        <p14:creationId xmlns:p14="http://schemas.microsoft.com/office/powerpoint/2010/main" val="184586801"/>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Divider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Slide Number Placeholder 5">
            <a:extLst>
              <a:ext uri="{FF2B5EF4-FFF2-40B4-BE49-F238E27FC236}">
                <a16:creationId xmlns:a16="http://schemas.microsoft.com/office/drawing/2014/main" id="{954DF360-9D3B-4A56-FAA7-043BCC359DB8}"/>
              </a:ext>
            </a:extLst>
          </p:cNvPr>
          <p:cNvSpPr txBox="1">
            <a:spLocks/>
          </p:cNvSpPr>
          <p:nvPr userDrawn="1"/>
        </p:nvSpPr>
        <p:spPr>
          <a:xfrm>
            <a:off x="338138" y="6133005"/>
            <a:ext cx="904875" cy="365125"/>
          </a:xfrm>
          <a:prstGeom prst="rect">
            <a:avLst/>
          </a:prstGeom>
        </p:spPr>
        <p:txBody>
          <a:bodyPr vert="horz" lIns="0" tIns="0" rIns="0" bIns="0" rtlCol="0" anchor="b" anchorCtr="0"/>
          <a:lstStyle>
            <a:defPPr>
              <a:defRPr lang="en-US"/>
            </a:defPPr>
            <a:lvl1pPr marL="0" algn="l" defTabSz="914400" rtl="0" eaLnBrk="1" latinLnBrk="0" hangingPunct="1">
              <a:lnSpc>
                <a:spcPct val="85000"/>
              </a:lnSpc>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bg1"/>
                </a:solidFill>
                <a:effectLst/>
                <a:uLnTx/>
                <a:uFillTx/>
                <a:latin typeface="Calibri" panose="020F0502020204030204"/>
                <a:ea typeface="+mn-ea"/>
                <a:cs typeface="+mn-cs"/>
              </a:rPr>
              <a:t>Page </a:t>
            </a:r>
            <a:fld id="{A30585B2-4AE5-4E24-B2F9-21CF896AC489}" type="slidenum">
              <a:rPr kumimoji="0" lang="en-US" sz="1200" b="0" i="0" u="none" strike="noStrike" kern="1200" cap="none" spc="0" normalizeH="0" baseline="0" noProof="0" smtClean="0">
                <a:ln>
                  <a:noFill/>
                </a:ln>
                <a:solidFill>
                  <a:schemeClr val="bg1"/>
                </a:solidFill>
                <a:effectLst/>
                <a:uLnTx/>
                <a:uFillTx/>
                <a:latin typeface="Calibri" panose="020F0502020204030204"/>
                <a:ea typeface="+mn-ea"/>
                <a:cs typeface="+mn-cs"/>
              </a:rPr>
              <a:pPr marL="0" marR="0" lvl="0" indent="0" algn="l" defTabSz="914400" rtl="0" eaLnBrk="1" fontAlgn="auto" latinLnBrk="0" hangingPunct="1">
                <a:lnSpc>
                  <a:spcPct val="85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chemeClr val="bg1"/>
              </a:solidFill>
              <a:effectLst/>
              <a:uLnTx/>
              <a:uFillTx/>
              <a:latin typeface="Calibri" panose="020F0502020204030204"/>
              <a:ea typeface="+mn-ea"/>
              <a:cs typeface="+mn-cs"/>
            </a:endParaRPr>
          </a:p>
        </p:txBody>
      </p:sp>
      <p:pic>
        <p:nvPicPr>
          <p:cNvPr id="7" name="Graphic 6">
            <a:extLst>
              <a:ext uri="{FF2B5EF4-FFF2-40B4-BE49-F238E27FC236}">
                <a16:creationId xmlns:a16="http://schemas.microsoft.com/office/drawing/2014/main" id="{F4998B1B-9E99-7A70-3A9F-1DF5098237A3}"/>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0670000" y="6247807"/>
            <a:ext cx="1166400" cy="250323"/>
          </a:xfrm>
          <a:prstGeom prst="rect">
            <a:avLst/>
          </a:prstGeom>
        </p:spPr>
      </p:pic>
      <p:sp>
        <p:nvSpPr>
          <p:cNvPr id="8" name="Footer Placeholder 4">
            <a:extLst>
              <a:ext uri="{FF2B5EF4-FFF2-40B4-BE49-F238E27FC236}">
                <a16:creationId xmlns:a16="http://schemas.microsoft.com/office/drawing/2014/main" id="{5EB6EAFC-F44F-91EE-4A03-509CCD3730E5}"/>
              </a:ext>
            </a:extLst>
          </p:cNvPr>
          <p:cNvSpPr txBox="1">
            <a:spLocks/>
          </p:cNvSpPr>
          <p:nvPr userDrawn="1"/>
        </p:nvSpPr>
        <p:spPr>
          <a:xfrm>
            <a:off x="3518016" y="6259022"/>
            <a:ext cx="4511047" cy="239108"/>
          </a:xfrm>
          <a:prstGeom prst="rect">
            <a:avLst/>
          </a:prstGeom>
        </p:spPr>
        <p:txBody>
          <a:bodyPr vert="horz" lIns="0" tIns="0" rIns="0" bIns="0" rtlCol="0" anchor="b" anchorCtr="0">
            <a:normAutofit/>
          </a:bodyPr>
          <a:lstStyle>
            <a:defPPr>
              <a:defRPr lang="en-US"/>
            </a:defPPr>
            <a:lvl1pPr marL="0" algn="ctr" defTabSz="914400" rtl="0" eaLnBrk="1" latinLnBrk="0" hangingPunct="1">
              <a:lnSpc>
                <a:spcPct val="85000"/>
              </a:lnSpc>
              <a:defRPr sz="7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noProof="0" dirty="0">
                <a:solidFill>
                  <a:schemeClr val="bg1"/>
                </a:solidFill>
              </a:rPr>
              <a:t>Copyright © </a:t>
            </a:r>
            <a:fld id="{0AEACA82-443F-F143-97A9-1017F472789A}" type="datetimeyyyy">
              <a:rPr lang="en-US" noProof="0" smtClean="0">
                <a:solidFill>
                  <a:schemeClr val="bg1"/>
                </a:solidFill>
              </a:rPr>
              <a:pPr algn="ctr"/>
              <a:t>2024</a:t>
            </a:fld>
            <a:r>
              <a:rPr lang="en-US" noProof="0" dirty="0">
                <a:solidFill>
                  <a:schemeClr val="bg1"/>
                </a:solidFill>
              </a:rPr>
              <a:t>. All rights reserved. Informa Tech, a trading division of Informa PLC</a:t>
            </a:r>
          </a:p>
        </p:txBody>
      </p:sp>
      <p:pic>
        <p:nvPicPr>
          <p:cNvPr id="11" name="Graphic 10">
            <a:extLst>
              <a:ext uri="{FF2B5EF4-FFF2-40B4-BE49-F238E27FC236}">
                <a16:creationId xmlns:a16="http://schemas.microsoft.com/office/drawing/2014/main" id="{06449409-B89F-1EAD-3595-1290E9E8BF5C}"/>
              </a:ext>
            </a:extLst>
          </p:cNvPr>
          <p:cNvPicPr>
            <a:picLocks noChangeAspect="1"/>
          </p:cNvPicPr>
          <p:nvPr userDrawn="1"/>
        </p:nvPicPr>
        <p:blipFill>
          <a:blip r:embed="rId5" cstate="email">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670000" y="6247807"/>
            <a:ext cx="1166400" cy="250323"/>
          </a:xfrm>
          <a:prstGeom prst="rect">
            <a:avLst/>
          </a:prstGeom>
        </p:spPr>
      </p:pic>
      <p:sp>
        <p:nvSpPr>
          <p:cNvPr id="12" name="Footer Placeholder 4">
            <a:extLst>
              <a:ext uri="{FF2B5EF4-FFF2-40B4-BE49-F238E27FC236}">
                <a16:creationId xmlns:a16="http://schemas.microsoft.com/office/drawing/2014/main" id="{17419D14-9110-012F-120D-A8BA1E2F7045}"/>
              </a:ext>
            </a:extLst>
          </p:cNvPr>
          <p:cNvSpPr txBox="1">
            <a:spLocks/>
          </p:cNvSpPr>
          <p:nvPr userDrawn="1"/>
        </p:nvSpPr>
        <p:spPr>
          <a:xfrm>
            <a:off x="3518016" y="6259022"/>
            <a:ext cx="4511047" cy="239108"/>
          </a:xfrm>
          <a:prstGeom prst="rect">
            <a:avLst/>
          </a:prstGeom>
        </p:spPr>
        <p:txBody>
          <a:bodyPr vert="horz" lIns="0" tIns="0" rIns="0" bIns="0" rtlCol="0" anchor="b" anchorCtr="0">
            <a:normAutofit/>
          </a:bodyPr>
          <a:lstStyle>
            <a:defPPr>
              <a:defRPr lang="en-US"/>
            </a:defPPr>
            <a:lvl1pPr marL="0" algn="ctr" defTabSz="914400" rtl="0" eaLnBrk="1" latinLnBrk="0" hangingPunct="1">
              <a:lnSpc>
                <a:spcPct val="85000"/>
              </a:lnSpc>
              <a:defRPr sz="7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noProof="0" dirty="0">
                <a:solidFill>
                  <a:schemeClr val="tx1"/>
                </a:solidFill>
              </a:rPr>
              <a:t>Copyright </a:t>
            </a:r>
            <a:r>
              <a:rPr lang="en-US" b="0" i="0" u="none" strike="noStrike" noProof="0" dirty="0">
                <a:solidFill>
                  <a:srgbClr val="000000"/>
                </a:solidFill>
                <a:effectLst/>
                <a:latin typeface="Calibri" panose="020F0502020204030204" pitchFamily="34" charset="0"/>
              </a:rPr>
              <a:t>© 2024 TechTarget, Inc. or its subsidiaries. All rights reserved.</a:t>
            </a:r>
            <a:endParaRPr lang="en-US" noProof="0" dirty="0">
              <a:solidFill>
                <a:schemeClr val="tx1"/>
              </a:solidFill>
            </a:endParaRPr>
          </a:p>
        </p:txBody>
      </p:sp>
      <p:sp>
        <p:nvSpPr>
          <p:cNvPr id="13" name="Slide Number Placeholder 5">
            <a:extLst>
              <a:ext uri="{FF2B5EF4-FFF2-40B4-BE49-F238E27FC236}">
                <a16:creationId xmlns:a16="http://schemas.microsoft.com/office/drawing/2014/main" id="{AC67A5E3-859E-6C58-F743-30363F4D25AE}"/>
              </a:ext>
            </a:extLst>
          </p:cNvPr>
          <p:cNvSpPr txBox="1">
            <a:spLocks/>
          </p:cNvSpPr>
          <p:nvPr userDrawn="1"/>
        </p:nvSpPr>
        <p:spPr>
          <a:xfrm>
            <a:off x="338138" y="6133005"/>
            <a:ext cx="904875" cy="365125"/>
          </a:xfrm>
          <a:prstGeom prst="rect">
            <a:avLst/>
          </a:prstGeom>
        </p:spPr>
        <p:txBody>
          <a:bodyPr vert="horz" lIns="0" tIns="0" rIns="0" bIns="0" rtlCol="0" anchor="b" anchorCtr="0"/>
          <a:lstStyle>
            <a:defPPr>
              <a:defRPr lang="en-US"/>
            </a:defPPr>
            <a:lvl1pPr marL="0" algn="l" defTabSz="914400" rtl="0" eaLnBrk="1" latinLnBrk="0" hangingPunct="1">
              <a:lnSpc>
                <a:spcPct val="85000"/>
              </a:lnSpc>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n-US" sz="1200" b="0" i="0" u="none" strike="noStrike" kern="1200" cap="none" spc="0" normalizeH="0" baseline="0" noProof="0" dirty="0">
                <a:ln>
                  <a:noFill/>
                </a:ln>
                <a:solidFill>
                  <a:schemeClr val="tx1"/>
                </a:solidFill>
                <a:effectLst/>
                <a:uLnTx/>
                <a:uFillTx/>
                <a:latin typeface="Calibri" panose="020F0502020204030204"/>
                <a:ea typeface="+mn-ea"/>
                <a:cs typeface="+mn-cs"/>
              </a:rPr>
              <a:t>Page </a:t>
            </a:r>
            <a:fld id="{A30585B2-4AE5-4E24-B2F9-21CF896AC489}" type="slidenum">
              <a:rPr kumimoji="0" lang="en-US" sz="1200" b="0" i="0" u="none" strike="noStrike" kern="1200" cap="none" spc="0" normalizeH="0" baseline="0" noProof="0" smtClean="0">
                <a:ln>
                  <a:noFill/>
                </a:ln>
                <a:solidFill>
                  <a:schemeClr val="tx1"/>
                </a:solidFill>
                <a:effectLst/>
                <a:uLnTx/>
                <a:uFillTx/>
                <a:latin typeface="Calibri" panose="020F0502020204030204"/>
                <a:ea typeface="+mn-ea"/>
                <a:cs typeface="+mn-cs"/>
              </a:rPr>
              <a:pPr marL="0" marR="0" lvl="0" indent="0" algn="l" defTabSz="914400" rtl="0" eaLnBrk="1" fontAlgn="auto" latinLnBrk="0" hangingPunct="1">
                <a:lnSpc>
                  <a:spcPct val="85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chemeClr val="tx1"/>
              </a:solidFill>
              <a:effectLst/>
              <a:uLnTx/>
              <a:uFillTx/>
              <a:latin typeface="Calibri" panose="020F0502020204030204"/>
              <a:ea typeface="+mn-ea"/>
              <a:cs typeface="+mn-cs"/>
            </a:endParaRPr>
          </a:p>
        </p:txBody>
      </p:sp>
      <p:sp>
        <p:nvSpPr>
          <p:cNvPr id="3" name="Title 1">
            <a:extLst>
              <a:ext uri="{FF2B5EF4-FFF2-40B4-BE49-F238E27FC236}">
                <a16:creationId xmlns:a16="http://schemas.microsoft.com/office/drawing/2014/main" id="{62FBD648-5013-C295-2F48-541924D8C0C4}"/>
              </a:ext>
            </a:extLst>
          </p:cNvPr>
          <p:cNvSpPr>
            <a:spLocks noGrp="1"/>
          </p:cNvSpPr>
          <p:nvPr>
            <p:ph type="title" hasCustomPrompt="1"/>
          </p:nvPr>
        </p:nvSpPr>
        <p:spPr>
          <a:xfrm>
            <a:off x="347664" y="2086928"/>
            <a:ext cx="7600949" cy="3204210"/>
          </a:xfrm>
          <a:prstGeom prst="rect">
            <a:avLst/>
          </a:prstGeom>
        </p:spPr>
        <p:txBody>
          <a:bodyPr anchor="t" anchorCtr="0">
            <a:noAutofit/>
          </a:bodyPr>
          <a:lstStyle>
            <a:lvl1pPr>
              <a:lnSpc>
                <a:spcPct val="80000"/>
              </a:lnSpc>
              <a:defRPr sz="5600" b="1" spc="-20" baseline="0">
                <a:solidFill>
                  <a:schemeClr val="accent1"/>
                </a:solidFill>
              </a:defRPr>
            </a:lvl1pPr>
          </a:lstStyle>
          <a:p>
            <a:r>
              <a:rPr lang="en-US" noProof="0" dirty="0"/>
              <a:t>Divider slide title</a:t>
            </a:r>
            <a:br>
              <a:rPr lang="en-US" noProof="0" dirty="0"/>
            </a:br>
            <a:r>
              <a:rPr lang="en-US" noProof="0" dirty="0"/>
              <a:t>goes here</a:t>
            </a:r>
          </a:p>
        </p:txBody>
      </p:sp>
      <p:cxnSp>
        <p:nvCxnSpPr>
          <p:cNvPr id="6" name="Straight Connector 5">
            <a:extLst>
              <a:ext uri="{FF2B5EF4-FFF2-40B4-BE49-F238E27FC236}">
                <a16:creationId xmlns:a16="http://schemas.microsoft.com/office/drawing/2014/main" id="{C70FC7FE-DA8A-596F-40AE-4B7176FB2918}"/>
              </a:ext>
            </a:extLst>
          </p:cNvPr>
          <p:cNvCxnSpPr>
            <a:cxnSpLocks/>
          </p:cNvCxnSpPr>
          <p:nvPr userDrawn="1"/>
        </p:nvCxnSpPr>
        <p:spPr>
          <a:xfrm>
            <a:off x="347663" y="6087665"/>
            <a:ext cx="1148715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002090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able of Contents - One Column">
    <p:bg>
      <p:bgPr>
        <a:blipFill dpi="0" rotWithShape="1">
          <a:blip r:embed="rId2">
            <a:alphaModFix amt="35000"/>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88BB78D-AEEB-DEC9-569A-79A415181A75}"/>
              </a:ext>
            </a:extLst>
          </p:cNvPr>
          <p:cNvSpPr>
            <a:spLocks noGrp="1"/>
          </p:cNvSpPr>
          <p:nvPr>
            <p:ph type="title" hasCustomPrompt="1"/>
          </p:nvPr>
        </p:nvSpPr>
        <p:spPr>
          <a:xfrm>
            <a:off x="348314" y="476250"/>
            <a:ext cx="11480800" cy="684214"/>
          </a:xfrm>
          <a:prstGeom prst="rect">
            <a:avLst/>
          </a:prstGeom>
        </p:spPr>
        <p:txBody>
          <a:bodyPr vert="horz" lIns="0" tIns="0" rIns="0" bIns="0" rtlCol="0" anchor="t" anchorCtr="0">
            <a:noAutofit/>
          </a:bodyPr>
          <a:lstStyle>
            <a:lvl1pPr>
              <a:defRPr/>
            </a:lvl1pPr>
          </a:lstStyle>
          <a:p>
            <a:r>
              <a:rPr lang="en-US" noProof="0" dirty="0"/>
              <a:t>Contents</a:t>
            </a:r>
          </a:p>
        </p:txBody>
      </p:sp>
      <p:sp>
        <p:nvSpPr>
          <p:cNvPr id="3" name="Text Placeholder 6">
            <a:extLst>
              <a:ext uri="{FF2B5EF4-FFF2-40B4-BE49-F238E27FC236}">
                <a16:creationId xmlns:a16="http://schemas.microsoft.com/office/drawing/2014/main" id="{6EAB8A3E-6336-8B27-A565-D1625BD4FB65}"/>
              </a:ext>
            </a:extLst>
          </p:cNvPr>
          <p:cNvSpPr>
            <a:spLocks noGrp="1"/>
          </p:cNvSpPr>
          <p:nvPr>
            <p:ph type="body" sz="quarter" idx="13" hasCustomPrompt="1"/>
          </p:nvPr>
        </p:nvSpPr>
        <p:spPr>
          <a:xfrm>
            <a:off x="348314" y="1419907"/>
            <a:ext cx="11480400" cy="4572001"/>
          </a:xfrm>
          <a:prstGeom prst="rect">
            <a:avLst/>
          </a:prstGeom>
        </p:spPr>
        <p:txBody>
          <a:bodyPr tIns="72000" numCol="1" spcCol="396000"/>
          <a:lstStyle>
            <a:lvl1pPr marL="215900" marR="0" indent="-215900" algn="l" defTabSz="914400" rtl="0" eaLnBrk="1" fontAlgn="auto" latinLnBrk="0" hangingPunct="1">
              <a:lnSpc>
                <a:spcPct val="100000"/>
              </a:lnSpc>
              <a:spcBef>
                <a:spcPts val="1700"/>
              </a:spcBef>
              <a:spcAft>
                <a:spcPts val="0"/>
              </a:spcAft>
              <a:buClr>
                <a:schemeClr val="accent1"/>
              </a:buClr>
              <a:buSzTx/>
              <a:buFont typeface="Calibri" panose="020F0502020204030204" pitchFamily="34" charset="0"/>
              <a:buChar char="•"/>
              <a:tabLst>
                <a:tab pos="5029200" algn="r"/>
              </a:tabLst>
              <a:defRPr sz="1200" b="0">
                <a:solidFill>
                  <a:schemeClr val="tx1"/>
                </a:solidFill>
              </a:defRPr>
            </a:lvl1pPr>
            <a:lvl2pPr marL="360000" marR="0" indent="-144000" algn="l" defTabSz="914400" rtl="0" eaLnBrk="1" fontAlgn="auto" latinLnBrk="0" hangingPunct="1">
              <a:lnSpc>
                <a:spcPct val="100000"/>
              </a:lnSpc>
              <a:spcBef>
                <a:spcPts val="0"/>
              </a:spcBef>
              <a:spcAft>
                <a:spcPts val="0"/>
              </a:spcAft>
              <a:buClr>
                <a:schemeClr val="accent1"/>
              </a:buClr>
              <a:buSzTx/>
              <a:buFont typeface="Calibri" panose="020F0502020204030204" pitchFamily="34" charset="0"/>
              <a:buChar char="–"/>
              <a:tabLst>
                <a:tab pos="5029200" algn="r"/>
              </a:tabLst>
              <a:defRPr sz="1200">
                <a:solidFill>
                  <a:schemeClr val="tx1"/>
                </a:solidFill>
              </a:defRPr>
            </a:lvl2pPr>
            <a:lvl3pPr marL="504000" marR="0" indent="-144000" algn="l" defTabSz="941388" rtl="0" eaLnBrk="1" fontAlgn="auto" latinLnBrk="0" hangingPunct="1">
              <a:lnSpc>
                <a:spcPct val="100000"/>
              </a:lnSpc>
              <a:spcBef>
                <a:spcPts val="0"/>
              </a:spcBef>
              <a:spcAft>
                <a:spcPts val="0"/>
              </a:spcAft>
              <a:buClr>
                <a:schemeClr val="accent1"/>
              </a:buClr>
              <a:buSzTx/>
              <a:buFont typeface="Calibri" panose="020F0502020204030204" pitchFamily="34" charset="0"/>
              <a:buChar char="–"/>
              <a:tabLst>
                <a:tab pos="5029200" algn="r"/>
              </a:tabLst>
              <a:defRPr sz="1200">
                <a:solidFill>
                  <a:schemeClr val="tx1"/>
                </a:solidFill>
              </a:defRPr>
            </a:lvl3pPr>
            <a:lvl4pPr marL="252000" indent="-108000">
              <a:lnSpc>
                <a:spcPct val="100000"/>
              </a:lnSpc>
              <a:defRPr sz="1200">
                <a:solidFill>
                  <a:schemeClr val="tx1"/>
                </a:solidFill>
              </a:defRPr>
            </a:lvl4pPr>
            <a:lvl5pPr marL="360000" indent="-108000">
              <a:lnSpc>
                <a:spcPct val="100000"/>
              </a:lnSpc>
              <a:defRPr sz="1200">
                <a:solidFill>
                  <a:schemeClr val="tx1"/>
                </a:solidFill>
              </a:defRPr>
            </a:lvl5pPr>
          </a:lstStyle>
          <a:p>
            <a:pPr lvl="0"/>
            <a:r>
              <a:rPr lang="en-US" b="0" noProof="0" dirty="0"/>
              <a:t>Contents	xx</a:t>
            </a:r>
          </a:p>
          <a:p>
            <a:pPr lvl="1"/>
            <a:r>
              <a:rPr lang="en-US" b="0" noProof="0" dirty="0"/>
              <a:t>Contents	xx</a:t>
            </a:r>
          </a:p>
          <a:p>
            <a:pPr lvl="1"/>
            <a:r>
              <a:rPr lang="en-US" b="0" noProof="0" dirty="0"/>
              <a:t>Contents	xx</a:t>
            </a:r>
          </a:p>
          <a:p>
            <a:pPr lvl="2"/>
            <a:r>
              <a:rPr lang="en-US" b="0" noProof="0" dirty="0"/>
              <a:t>Contents	xx</a:t>
            </a:r>
          </a:p>
          <a:p>
            <a:pPr lvl="2"/>
            <a:r>
              <a:rPr lang="en-US" b="0" noProof="0" dirty="0"/>
              <a:t>Contents	xx</a:t>
            </a:r>
          </a:p>
          <a:p>
            <a:pPr lvl="0"/>
            <a:r>
              <a:rPr lang="en-US" b="0" noProof="0" dirty="0"/>
              <a:t>Contents	xx</a:t>
            </a:r>
          </a:p>
          <a:p>
            <a:pPr lvl="1"/>
            <a:r>
              <a:rPr lang="en-US" b="0" noProof="0" dirty="0"/>
              <a:t>Contents	xx</a:t>
            </a:r>
          </a:p>
          <a:p>
            <a:pPr lvl="1"/>
            <a:r>
              <a:rPr lang="en-US" b="0" noProof="0" dirty="0"/>
              <a:t>Contents	xx</a:t>
            </a:r>
          </a:p>
          <a:p>
            <a:pPr lvl="2"/>
            <a:r>
              <a:rPr lang="en-US" b="0" noProof="0" dirty="0"/>
              <a:t>Contents	xx</a:t>
            </a:r>
          </a:p>
          <a:p>
            <a:pPr lvl="2"/>
            <a:r>
              <a:rPr lang="en-US" b="0" noProof="0" dirty="0"/>
              <a:t>Contents	xx</a:t>
            </a:r>
          </a:p>
          <a:p>
            <a:pPr lvl="0"/>
            <a:r>
              <a:rPr lang="en-US" b="0" noProof="0" dirty="0"/>
              <a:t>Contents	xx</a:t>
            </a:r>
          </a:p>
          <a:p>
            <a:pPr lvl="1"/>
            <a:r>
              <a:rPr lang="en-US" b="0" noProof="0" dirty="0"/>
              <a:t>Contents	xx</a:t>
            </a:r>
          </a:p>
          <a:p>
            <a:pPr lvl="1"/>
            <a:r>
              <a:rPr lang="en-US" b="0" noProof="0" dirty="0"/>
              <a:t>Contents	xx</a:t>
            </a:r>
          </a:p>
          <a:p>
            <a:pPr lvl="2"/>
            <a:r>
              <a:rPr lang="en-US" b="0" noProof="0" dirty="0"/>
              <a:t>Contents	xx</a:t>
            </a:r>
          </a:p>
          <a:p>
            <a:pPr lvl="2"/>
            <a:r>
              <a:rPr lang="en-US" b="0" noProof="0" dirty="0"/>
              <a:t>Contents	xx</a:t>
            </a:r>
          </a:p>
          <a:p>
            <a:pPr lvl="0"/>
            <a:r>
              <a:rPr lang="en-US" b="0" noProof="0" dirty="0"/>
              <a:t>Contents	xx</a:t>
            </a:r>
          </a:p>
          <a:p>
            <a:pPr lvl="1"/>
            <a:r>
              <a:rPr lang="en-US" b="0" noProof="0" dirty="0"/>
              <a:t>Contents	xx</a:t>
            </a:r>
          </a:p>
          <a:p>
            <a:pPr lvl="1"/>
            <a:r>
              <a:rPr lang="en-US" b="0" noProof="0" dirty="0"/>
              <a:t>Contents	xx</a:t>
            </a:r>
          </a:p>
          <a:p>
            <a:pPr lvl="2"/>
            <a:r>
              <a:rPr lang="en-US" b="0" noProof="0" dirty="0"/>
              <a:t>Contents	xx</a:t>
            </a:r>
          </a:p>
          <a:p>
            <a:pPr lvl="2"/>
            <a:r>
              <a:rPr lang="en-US" b="0" noProof="0" dirty="0"/>
              <a:t>Contents	xx</a:t>
            </a:r>
          </a:p>
          <a:p>
            <a:pPr lvl="2"/>
            <a:endParaRPr lang="en-US" noProof="0" dirty="0"/>
          </a:p>
        </p:txBody>
      </p:sp>
    </p:spTree>
    <p:extLst>
      <p:ext uri="{BB962C8B-B14F-4D97-AF65-F5344CB8AC3E}">
        <p14:creationId xmlns:p14="http://schemas.microsoft.com/office/powerpoint/2010/main" val="24211465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able of Contents - Two Column">
    <p:bg>
      <p:bgPr>
        <a:blipFill dpi="0" rotWithShape="1">
          <a:blip r:embed="rId2">
            <a:alphaModFix amt="35000"/>
            <a:lum/>
          </a:blip>
          <a:srcRect/>
          <a:stretch>
            <a:fillRect/>
          </a:stretch>
        </a:blipFill>
        <a:effectLst/>
      </p:bgPr>
    </p:bg>
    <p:spTree>
      <p:nvGrpSpPr>
        <p:cNvPr id="1" name=""/>
        <p:cNvGrpSpPr/>
        <p:nvPr/>
      </p:nvGrpSpPr>
      <p:grpSpPr>
        <a:xfrm>
          <a:off x="0" y="0"/>
          <a:ext cx="0" cy="0"/>
          <a:chOff x="0" y="0"/>
          <a:chExt cx="0" cy="0"/>
        </a:xfrm>
      </p:grpSpPr>
      <p:sp>
        <p:nvSpPr>
          <p:cNvPr id="4" name="Text Placeholder 6">
            <a:extLst>
              <a:ext uri="{FF2B5EF4-FFF2-40B4-BE49-F238E27FC236}">
                <a16:creationId xmlns:a16="http://schemas.microsoft.com/office/drawing/2014/main" id="{B0343F1F-042F-7000-4A7D-4687BB5FA694}"/>
              </a:ext>
            </a:extLst>
          </p:cNvPr>
          <p:cNvSpPr>
            <a:spLocks noGrp="1"/>
          </p:cNvSpPr>
          <p:nvPr>
            <p:ph type="body" sz="quarter" idx="13" hasCustomPrompt="1"/>
          </p:nvPr>
        </p:nvSpPr>
        <p:spPr>
          <a:xfrm>
            <a:off x="348314" y="1419907"/>
            <a:ext cx="11480400" cy="4572001"/>
          </a:xfrm>
          <a:prstGeom prst="rect">
            <a:avLst/>
          </a:prstGeom>
        </p:spPr>
        <p:txBody>
          <a:bodyPr tIns="72000" numCol="2" spcCol="396000"/>
          <a:lstStyle>
            <a:lvl1pPr marL="215900" marR="0" indent="-215900" algn="l" defTabSz="914400" rtl="0" eaLnBrk="1" fontAlgn="auto" latinLnBrk="0" hangingPunct="1">
              <a:lnSpc>
                <a:spcPct val="100000"/>
              </a:lnSpc>
              <a:spcBef>
                <a:spcPts val="1700"/>
              </a:spcBef>
              <a:spcAft>
                <a:spcPts val="0"/>
              </a:spcAft>
              <a:buClr>
                <a:schemeClr val="accent1"/>
              </a:buClr>
              <a:buSzTx/>
              <a:buFont typeface="Calibri" panose="020F0502020204030204" pitchFamily="34" charset="0"/>
              <a:buChar char="•"/>
              <a:tabLst>
                <a:tab pos="5029200" algn="r"/>
              </a:tabLst>
              <a:defRPr sz="1200" b="0">
                <a:solidFill>
                  <a:schemeClr val="tx1"/>
                </a:solidFill>
              </a:defRPr>
            </a:lvl1pPr>
            <a:lvl2pPr marL="360000" marR="0" indent="-144000" algn="l" defTabSz="914400" rtl="0" eaLnBrk="1" fontAlgn="auto" latinLnBrk="0" hangingPunct="1">
              <a:lnSpc>
                <a:spcPct val="100000"/>
              </a:lnSpc>
              <a:spcBef>
                <a:spcPts val="0"/>
              </a:spcBef>
              <a:spcAft>
                <a:spcPts val="0"/>
              </a:spcAft>
              <a:buClr>
                <a:schemeClr val="accent1"/>
              </a:buClr>
              <a:buSzTx/>
              <a:buFont typeface="Calibri" panose="020F0502020204030204" pitchFamily="34" charset="0"/>
              <a:buChar char="–"/>
              <a:tabLst>
                <a:tab pos="5029200" algn="r"/>
              </a:tabLst>
              <a:defRPr sz="1200">
                <a:solidFill>
                  <a:schemeClr val="tx1"/>
                </a:solidFill>
              </a:defRPr>
            </a:lvl2pPr>
            <a:lvl3pPr marL="504000" marR="0" indent="-144000" algn="l" defTabSz="941388" rtl="0" eaLnBrk="1" fontAlgn="auto" latinLnBrk="0" hangingPunct="1">
              <a:lnSpc>
                <a:spcPct val="100000"/>
              </a:lnSpc>
              <a:spcBef>
                <a:spcPts val="0"/>
              </a:spcBef>
              <a:spcAft>
                <a:spcPts val="0"/>
              </a:spcAft>
              <a:buClr>
                <a:schemeClr val="accent1"/>
              </a:buClr>
              <a:buSzTx/>
              <a:buFont typeface="Calibri" panose="020F0502020204030204" pitchFamily="34" charset="0"/>
              <a:buChar char="–"/>
              <a:tabLst>
                <a:tab pos="5029200" algn="r"/>
              </a:tabLst>
              <a:defRPr sz="1200">
                <a:solidFill>
                  <a:schemeClr val="tx1"/>
                </a:solidFill>
              </a:defRPr>
            </a:lvl3pPr>
            <a:lvl4pPr marL="252000" indent="-108000">
              <a:lnSpc>
                <a:spcPct val="100000"/>
              </a:lnSpc>
              <a:defRPr sz="1200">
                <a:solidFill>
                  <a:schemeClr val="tx1"/>
                </a:solidFill>
              </a:defRPr>
            </a:lvl4pPr>
            <a:lvl5pPr marL="360000" indent="-108000">
              <a:lnSpc>
                <a:spcPct val="100000"/>
              </a:lnSpc>
              <a:defRPr sz="1200">
                <a:solidFill>
                  <a:schemeClr val="tx1"/>
                </a:solidFill>
              </a:defRPr>
            </a:lvl5pPr>
          </a:lstStyle>
          <a:p>
            <a:pPr lvl="0"/>
            <a:r>
              <a:rPr lang="en-US" b="0" noProof="0" dirty="0"/>
              <a:t>Contents	xx</a:t>
            </a:r>
          </a:p>
          <a:p>
            <a:pPr lvl="1"/>
            <a:r>
              <a:rPr lang="en-US" b="0" noProof="0" dirty="0"/>
              <a:t>Contents	xx</a:t>
            </a:r>
          </a:p>
          <a:p>
            <a:pPr lvl="1"/>
            <a:r>
              <a:rPr lang="en-US" b="0" noProof="0" dirty="0"/>
              <a:t>Contents	xx</a:t>
            </a:r>
          </a:p>
          <a:p>
            <a:pPr lvl="2"/>
            <a:r>
              <a:rPr lang="en-US" b="0" noProof="0" dirty="0"/>
              <a:t>Contents	xx</a:t>
            </a:r>
          </a:p>
          <a:p>
            <a:pPr lvl="2"/>
            <a:r>
              <a:rPr lang="en-US" b="0" noProof="0" dirty="0"/>
              <a:t>Contents	xx</a:t>
            </a:r>
          </a:p>
          <a:p>
            <a:pPr lvl="0"/>
            <a:r>
              <a:rPr lang="en-US" b="0" noProof="0" dirty="0"/>
              <a:t>Contents	xx</a:t>
            </a:r>
          </a:p>
          <a:p>
            <a:pPr lvl="1"/>
            <a:r>
              <a:rPr lang="en-US" b="0" noProof="0" dirty="0"/>
              <a:t>Contents	xx</a:t>
            </a:r>
          </a:p>
          <a:p>
            <a:pPr lvl="1"/>
            <a:r>
              <a:rPr lang="en-US" b="0" noProof="0" dirty="0"/>
              <a:t>Contents	xx</a:t>
            </a:r>
          </a:p>
          <a:p>
            <a:pPr lvl="2"/>
            <a:r>
              <a:rPr lang="en-US" b="0" noProof="0" dirty="0"/>
              <a:t>Contents	xx</a:t>
            </a:r>
          </a:p>
          <a:p>
            <a:pPr lvl="2"/>
            <a:r>
              <a:rPr lang="en-US" b="0" noProof="0" dirty="0"/>
              <a:t>Contents	xx</a:t>
            </a:r>
          </a:p>
          <a:p>
            <a:pPr lvl="0"/>
            <a:r>
              <a:rPr lang="en-US" b="0" noProof="0" dirty="0"/>
              <a:t>Contents	xx</a:t>
            </a:r>
          </a:p>
          <a:p>
            <a:pPr lvl="1"/>
            <a:r>
              <a:rPr lang="en-US" b="0" noProof="0" dirty="0"/>
              <a:t>Contents	xx</a:t>
            </a:r>
          </a:p>
          <a:p>
            <a:pPr lvl="1"/>
            <a:r>
              <a:rPr lang="en-US" b="0" noProof="0" dirty="0"/>
              <a:t>Contents	xx</a:t>
            </a:r>
          </a:p>
          <a:p>
            <a:pPr lvl="2"/>
            <a:r>
              <a:rPr lang="en-US" b="0" noProof="0" dirty="0"/>
              <a:t>Contents	xx</a:t>
            </a:r>
          </a:p>
          <a:p>
            <a:pPr lvl="2"/>
            <a:r>
              <a:rPr lang="en-US" b="0" noProof="0" dirty="0"/>
              <a:t>Contents	xx</a:t>
            </a:r>
          </a:p>
          <a:p>
            <a:pPr lvl="0"/>
            <a:r>
              <a:rPr lang="en-US" b="0" noProof="0" dirty="0"/>
              <a:t>Contents	xx</a:t>
            </a:r>
          </a:p>
          <a:p>
            <a:pPr lvl="1"/>
            <a:r>
              <a:rPr lang="en-US" b="0" noProof="0" dirty="0"/>
              <a:t>Contents	xx</a:t>
            </a:r>
          </a:p>
          <a:p>
            <a:pPr lvl="1"/>
            <a:r>
              <a:rPr lang="en-US" b="0" noProof="0" dirty="0"/>
              <a:t>Contents	xx</a:t>
            </a:r>
          </a:p>
          <a:p>
            <a:pPr lvl="2"/>
            <a:r>
              <a:rPr lang="en-US" b="0" noProof="0" dirty="0"/>
              <a:t>Contents	xx</a:t>
            </a:r>
          </a:p>
          <a:p>
            <a:pPr lvl="2"/>
            <a:r>
              <a:rPr lang="en-US" b="0" noProof="0" dirty="0"/>
              <a:t>Contents	xx</a:t>
            </a:r>
          </a:p>
          <a:p>
            <a:pPr lvl="0"/>
            <a:endParaRPr lang="en-US" b="0" noProof="0" dirty="0"/>
          </a:p>
          <a:p>
            <a:pPr lvl="0"/>
            <a:r>
              <a:rPr lang="en-US" b="0" noProof="0" dirty="0"/>
              <a:t>Contents	xx</a:t>
            </a:r>
          </a:p>
          <a:p>
            <a:pPr lvl="1"/>
            <a:r>
              <a:rPr lang="en-US" b="0" noProof="0" dirty="0"/>
              <a:t>Contents	xx</a:t>
            </a:r>
          </a:p>
          <a:p>
            <a:pPr lvl="1"/>
            <a:r>
              <a:rPr lang="en-US" b="0" noProof="0" dirty="0"/>
              <a:t>Contents	xx</a:t>
            </a:r>
          </a:p>
          <a:p>
            <a:pPr lvl="2"/>
            <a:r>
              <a:rPr lang="en-US" b="0" noProof="0" dirty="0"/>
              <a:t>Contents	xx</a:t>
            </a:r>
          </a:p>
          <a:p>
            <a:pPr lvl="2"/>
            <a:r>
              <a:rPr lang="en-US" b="0" noProof="0" dirty="0"/>
              <a:t>Contents	xx</a:t>
            </a:r>
          </a:p>
          <a:p>
            <a:pPr lvl="0"/>
            <a:r>
              <a:rPr lang="en-US" b="0" noProof="0" dirty="0"/>
              <a:t>Contents	xx</a:t>
            </a:r>
          </a:p>
          <a:p>
            <a:pPr lvl="1"/>
            <a:r>
              <a:rPr lang="en-US" b="0" noProof="0" dirty="0"/>
              <a:t>Contents	xx</a:t>
            </a:r>
          </a:p>
          <a:p>
            <a:pPr lvl="1"/>
            <a:r>
              <a:rPr lang="en-US" b="0" noProof="0" dirty="0"/>
              <a:t>Contents	xx</a:t>
            </a:r>
          </a:p>
          <a:p>
            <a:pPr lvl="2"/>
            <a:r>
              <a:rPr lang="en-US" b="0" noProof="0" dirty="0"/>
              <a:t>Contents	xx</a:t>
            </a:r>
          </a:p>
          <a:p>
            <a:pPr lvl="2"/>
            <a:r>
              <a:rPr lang="en-US" b="0" noProof="0" dirty="0"/>
              <a:t>Contents	xx</a:t>
            </a:r>
          </a:p>
          <a:p>
            <a:pPr lvl="0"/>
            <a:r>
              <a:rPr lang="en-US" b="0" noProof="0" dirty="0"/>
              <a:t>Contents	xx</a:t>
            </a:r>
          </a:p>
          <a:p>
            <a:pPr lvl="1"/>
            <a:r>
              <a:rPr lang="en-US" b="0" noProof="0" dirty="0"/>
              <a:t>Contents	xx</a:t>
            </a:r>
          </a:p>
          <a:p>
            <a:pPr lvl="1"/>
            <a:r>
              <a:rPr lang="en-US" b="0" noProof="0" dirty="0"/>
              <a:t>Contents	xx</a:t>
            </a:r>
          </a:p>
          <a:p>
            <a:pPr lvl="2"/>
            <a:r>
              <a:rPr lang="en-US" b="0" noProof="0" dirty="0"/>
              <a:t>Contents	xx</a:t>
            </a:r>
          </a:p>
          <a:p>
            <a:pPr lvl="2"/>
            <a:r>
              <a:rPr lang="en-US" b="0" noProof="0" dirty="0"/>
              <a:t>Contents	xx</a:t>
            </a:r>
          </a:p>
          <a:p>
            <a:pPr lvl="0"/>
            <a:r>
              <a:rPr lang="en-US" b="0" noProof="0" dirty="0"/>
              <a:t>Contents	xx</a:t>
            </a:r>
          </a:p>
          <a:p>
            <a:pPr lvl="1"/>
            <a:r>
              <a:rPr lang="en-US" b="0" noProof="0" dirty="0"/>
              <a:t>Contents	xx</a:t>
            </a:r>
          </a:p>
          <a:p>
            <a:pPr lvl="1"/>
            <a:r>
              <a:rPr lang="en-US" b="0" noProof="0" dirty="0"/>
              <a:t>Contents	xx</a:t>
            </a:r>
          </a:p>
          <a:p>
            <a:pPr lvl="2"/>
            <a:r>
              <a:rPr lang="en-US" b="0" noProof="0" dirty="0"/>
              <a:t>Contents	xx</a:t>
            </a:r>
          </a:p>
          <a:p>
            <a:pPr lvl="2"/>
            <a:r>
              <a:rPr lang="en-US" b="0" noProof="0" dirty="0"/>
              <a:t>Contents	xx</a:t>
            </a:r>
          </a:p>
          <a:p>
            <a:pPr lvl="2"/>
            <a:endParaRPr lang="en-US" noProof="0" dirty="0"/>
          </a:p>
        </p:txBody>
      </p:sp>
      <p:sp>
        <p:nvSpPr>
          <p:cNvPr id="2" name="Title Placeholder 1">
            <a:extLst>
              <a:ext uri="{FF2B5EF4-FFF2-40B4-BE49-F238E27FC236}">
                <a16:creationId xmlns:a16="http://schemas.microsoft.com/office/drawing/2014/main" id="{5957B806-2CAB-DB3D-63A7-EEBBC5135202}"/>
              </a:ext>
            </a:extLst>
          </p:cNvPr>
          <p:cNvSpPr>
            <a:spLocks noGrp="1"/>
          </p:cNvSpPr>
          <p:nvPr>
            <p:ph type="title" hasCustomPrompt="1"/>
          </p:nvPr>
        </p:nvSpPr>
        <p:spPr>
          <a:xfrm>
            <a:off x="348314" y="476250"/>
            <a:ext cx="11480800" cy="684214"/>
          </a:xfrm>
          <a:prstGeom prst="rect">
            <a:avLst/>
          </a:prstGeom>
        </p:spPr>
        <p:txBody>
          <a:bodyPr vert="horz" lIns="0" tIns="0" rIns="0" bIns="0" rtlCol="0" anchor="t" anchorCtr="0">
            <a:noAutofit/>
          </a:bodyPr>
          <a:lstStyle>
            <a:lvl1pPr>
              <a:defRPr/>
            </a:lvl1pPr>
          </a:lstStyle>
          <a:p>
            <a:r>
              <a:rPr lang="en-US" noProof="0" dirty="0"/>
              <a:t>Contents</a:t>
            </a:r>
          </a:p>
        </p:txBody>
      </p:sp>
    </p:spTree>
    <p:extLst>
      <p:ext uri="{BB962C8B-B14F-4D97-AF65-F5344CB8AC3E}">
        <p14:creationId xmlns:p14="http://schemas.microsoft.com/office/powerpoint/2010/main" val="13841201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10" name="Content Placeholder 12">
            <a:extLst>
              <a:ext uri="{FF2B5EF4-FFF2-40B4-BE49-F238E27FC236}">
                <a16:creationId xmlns:a16="http://schemas.microsoft.com/office/drawing/2014/main" id="{3EE18CC7-2617-AD9C-56F0-AE501EF6B411}"/>
              </a:ext>
            </a:extLst>
          </p:cNvPr>
          <p:cNvSpPr>
            <a:spLocks noGrp="1"/>
          </p:cNvSpPr>
          <p:nvPr>
            <p:ph sz="quarter" idx="10"/>
          </p:nvPr>
        </p:nvSpPr>
        <p:spPr>
          <a:xfrm>
            <a:off x="348314" y="1419910"/>
            <a:ext cx="11480800" cy="4572000"/>
          </a:xfrm>
        </p:spPr>
        <p:txBody>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2" name="Title Placeholder 1">
            <a:extLst>
              <a:ext uri="{FF2B5EF4-FFF2-40B4-BE49-F238E27FC236}">
                <a16:creationId xmlns:a16="http://schemas.microsoft.com/office/drawing/2014/main" id="{036C8517-D0E3-E80F-C5C5-CB7149F9B520}"/>
              </a:ext>
            </a:extLst>
          </p:cNvPr>
          <p:cNvSpPr>
            <a:spLocks noGrp="1"/>
          </p:cNvSpPr>
          <p:nvPr>
            <p:ph type="title"/>
          </p:nvPr>
        </p:nvSpPr>
        <p:spPr>
          <a:xfrm>
            <a:off x="348314" y="476250"/>
            <a:ext cx="11480800" cy="684214"/>
          </a:xfrm>
          <a:prstGeom prst="rect">
            <a:avLst/>
          </a:prstGeom>
        </p:spPr>
        <p:txBody>
          <a:bodyPr vert="horz" lIns="0" tIns="0" rIns="0" bIns="0" rtlCol="0" anchor="t" anchorCtr="0">
            <a:noAutofit/>
          </a:bodyPr>
          <a:lstStyle/>
          <a:p>
            <a:r>
              <a:rPr lang="en-US" noProof="0" dirty="0"/>
              <a:t>Click to edit Master title style</a:t>
            </a:r>
          </a:p>
        </p:txBody>
      </p:sp>
    </p:spTree>
    <p:extLst>
      <p:ext uri="{BB962C8B-B14F-4D97-AF65-F5344CB8AC3E}">
        <p14:creationId xmlns:p14="http://schemas.microsoft.com/office/powerpoint/2010/main" val="14363717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Image">
    <p:bg>
      <p:bgPr>
        <a:blipFill dpi="0" rotWithShape="1">
          <a:blip r:embed="rId2">
            <a:alphaModFix amt="35000"/>
            <a:lum/>
          </a:blip>
          <a:srcRect/>
          <a:stretch>
            <a:fillRect/>
          </a:stretch>
        </a:blipFill>
        <a:effectLst/>
      </p:bgPr>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42826192-6EF0-434F-97E7-2C81FB49C31D}"/>
              </a:ext>
            </a:extLst>
          </p:cNvPr>
          <p:cNvSpPr>
            <a:spLocks noGrp="1"/>
          </p:cNvSpPr>
          <p:nvPr>
            <p:ph type="pic" sz="quarter" idx="13"/>
          </p:nvPr>
        </p:nvSpPr>
        <p:spPr>
          <a:xfrm>
            <a:off x="348314" y="1419909"/>
            <a:ext cx="11480400" cy="4572000"/>
          </a:xfrm>
          <a:prstGeom prst="rect">
            <a:avLst/>
          </a:prstGeom>
        </p:spPr>
        <p:txBody>
          <a:bodyPr/>
          <a:lstStyle>
            <a:lvl1pPr marL="0" indent="0">
              <a:buNone/>
              <a:defRPr/>
            </a:lvl1pPr>
          </a:lstStyle>
          <a:p>
            <a:r>
              <a:rPr lang="en-US" noProof="0" dirty="0"/>
              <a:t>Click icon to add picture</a:t>
            </a:r>
          </a:p>
        </p:txBody>
      </p:sp>
      <p:sp>
        <p:nvSpPr>
          <p:cNvPr id="2" name="Title Placeholder 1">
            <a:extLst>
              <a:ext uri="{FF2B5EF4-FFF2-40B4-BE49-F238E27FC236}">
                <a16:creationId xmlns:a16="http://schemas.microsoft.com/office/drawing/2014/main" id="{5A0179D3-73E6-6588-C5D0-B120EA2BDDEB}"/>
              </a:ext>
            </a:extLst>
          </p:cNvPr>
          <p:cNvSpPr>
            <a:spLocks noGrp="1"/>
          </p:cNvSpPr>
          <p:nvPr>
            <p:ph type="title"/>
          </p:nvPr>
        </p:nvSpPr>
        <p:spPr>
          <a:xfrm>
            <a:off x="348314" y="476250"/>
            <a:ext cx="11480800" cy="684214"/>
          </a:xfrm>
          <a:prstGeom prst="rect">
            <a:avLst/>
          </a:prstGeom>
        </p:spPr>
        <p:txBody>
          <a:bodyPr vert="horz" lIns="0" tIns="0" rIns="0" bIns="0" rtlCol="0" anchor="t" anchorCtr="0">
            <a:noAutofit/>
          </a:bodyPr>
          <a:lstStyle/>
          <a:p>
            <a:r>
              <a:rPr lang="en-US" noProof="0" dirty="0"/>
              <a:t>Click to edit Master title style</a:t>
            </a:r>
          </a:p>
        </p:txBody>
      </p:sp>
    </p:spTree>
    <p:extLst>
      <p:ext uri="{BB962C8B-B14F-4D97-AF65-F5344CB8AC3E}">
        <p14:creationId xmlns:p14="http://schemas.microsoft.com/office/powerpoint/2010/main" val="27978021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able">
    <p:bg>
      <p:bgPr>
        <a:blipFill dpi="0" rotWithShape="1">
          <a:blip r:embed="rId2">
            <a:alphaModFix amt="35000"/>
            <a:lum/>
          </a:blip>
          <a:srcRect/>
          <a:stretch>
            <a:fillRect/>
          </a:stretch>
        </a:blipFill>
        <a:effectLst/>
      </p:bgPr>
    </p:bg>
    <p:spTree>
      <p:nvGrpSpPr>
        <p:cNvPr id="1" name=""/>
        <p:cNvGrpSpPr/>
        <p:nvPr/>
      </p:nvGrpSpPr>
      <p:grpSpPr>
        <a:xfrm>
          <a:off x="0" y="0"/>
          <a:ext cx="0" cy="0"/>
          <a:chOff x="0" y="0"/>
          <a:chExt cx="0" cy="0"/>
        </a:xfrm>
      </p:grpSpPr>
      <p:sp>
        <p:nvSpPr>
          <p:cNvPr id="4" name="Table Placeholder 3">
            <a:extLst>
              <a:ext uri="{FF2B5EF4-FFF2-40B4-BE49-F238E27FC236}">
                <a16:creationId xmlns:a16="http://schemas.microsoft.com/office/drawing/2014/main" id="{9194FFAD-5375-4C7F-9939-52C9F0D52544}"/>
              </a:ext>
            </a:extLst>
          </p:cNvPr>
          <p:cNvSpPr>
            <a:spLocks noGrp="1"/>
          </p:cNvSpPr>
          <p:nvPr>
            <p:ph type="tbl" sz="quarter" idx="17"/>
          </p:nvPr>
        </p:nvSpPr>
        <p:spPr>
          <a:xfrm>
            <a:off x="348314" y="1418921"/>
            <a:ext cx="11479213" cy="4583678"/>
          </a:xfrm>
        </p:spPr>
        <p:txBody>
          <a:bodyPr/>
          <a:lstStyle>
            <a:lvl1pPr marL="0" indent="0">
              <a:buNone/>
              <a:defRPr/>
            </a:lvl1pPr>
          </a:lstStyle>
          <a:p>
            <a:r>
              <a:rPr lang="en-US" noProof="0" dirty="0"/>
              <a:t>Click icon to add table</a:t>
            </a:r>
          </a:p>
        </p:txBody>
      </p:sp>
      <p:sp>
        <p:nvSpPr>
          <p:cNvPr id="3" name="Title Placeholder 1">
            <a:extLst>
              <a:ext uri="{FF2B5EF4-FFF2-40B4-BE49-F238E27FC236}">
                <a16:creationId xmlns:a16="http://schemas.microsoft.com/office/drawing/2014/main" id="{FBE86F77-8F63-93E4-66C9-FE2496CB1D9E}"/>
              </a:ext>
            </a:extLst>
          </p:cNvPr>
          <p:cNvSpPr>
            <a:spLocks noGrp="1"/>
          </p:cNvSpPr>
          <p:nvPr>
            <p:ph type="title"/>
          </p:nvPr>
        </p:nvSpPr>
        <p:spPr>
          <a:xfrm>
            <a:off x="348314" y="476250"/>
            <a:ext cx="11480800" cy="684214"/>
          </a:xfrm>
          <a:prstGeom prst="rect">
            <a:avLst/>
          </a:prstGeom>
        </p:spPr>
        <p:txBody>
          <a:bodyPr vert="horz" lIns="0" tIns="0" rIns="0" bIns="0" rtlCol="0" anchor="t" anchorCtr="0">
            <a:noAutofit/>
          </a:bodyPr>
          <a:lstStyle/>
          <a:p>
            <a:r>
              <a:rPr lang="en-US" noProof="0" dirty="0"/>
              <a:t>Click to edit Master title style</a:t>
            </a:r>
          </a:p>
        </p:txBody>
      </p:sp>
    </p:spTree>
    <p:extLst>
      <p:ext uri="{BB962C8B-B14F-4D97-AF65-F5344CB8AC3E}">
        <p14:creationId xmlns:p14="http://schemas.microsoft.com/office/powerpoint/2010/main" val="2791525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ntent - One Title">
    <p:bg>
      <p:bgPr>
        <a:blipFill dpi="0" rotWithShape="1">
          <a:blip r:embed="rId2">
            <a:alphaModFix amt="35000"/>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8BDE711-2F60-F8AC-B7DA-EFF97C206C9D}"/>
              </a:ext>
            </a:extLst>
          </p:cNvPr>
          <p:cNvSpPr>
            <a:spLocks noGrp="1"/>
          </p:cNvSpPr>
          <p:nvPr>
            <p:ph type="title"/>
          </p:nvPr>
        </p:nvSpPr>
        <p:spPr>
          <a:xfrm>
            <a:off x="348314" y="476250"/>
            <a:ext cx="11480800" cy="684214"/>
          </a:xfrm>
          <a:prstGeom prst="rect">
            <a:avLst/>
          </a:prstGeom>
        </p:spPr>
        <p:txBody>
          <a:bodyPr vert="horz" lIns="0" tIns="0" rIns="0" bIns="0" rtlCol="0" anchor="t" anchorCtr="0">
            <a:noAutofit/>
          </a:bodyPr>
          <a:lstStyle/>
          <a:p>
            <a:r>
              <a:rPr lang="en-US" noProof="0" dirty="0"/>
              <a:t>Click to edit Master title style</a:t>
            </a:r>
          </a:p>
        </p:txBody>
      </p:sp>
      <p:sp>
        <p:nvSpPr>
          <p:cNvPr id="5" name="Content Placeholder 12">
            <a:extLst>
              <a:ext uri="{FF2B5EF4-FFF2-40B4-BE49-F238E27FC236}">
                <a16:creationId xmlns:a16="http://schemas.microsoft.com/office/drawing/2014/main" id="{B459BF06-05D7-F36E-7F15-3CC62F57977B}"/>
              </a:ext>
            </a:extLst>
          </p:cNvPr>
          <p:cNvSpPr>
            <a:spLocks noGrp="1"/>
          </p:cNvSpPr>
          <p:nvPr>
            <p:ph sz="quarter" idx="10"/>
          </p:nvPr>
        </p:nvSpPr>
        <p:spPr>
          <a:xfrm>
            <a:off x="348314" y="1419910"/>
            <a:ext cx="5655611" cy="4572000"/>
          </a:xfrm>
        </p:spPr>
        <p:txBody>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Content Placeholder 12">
            <a:extLst>
              <a:ext uri="{FF2B5EF4-FFF2-40B4-BE49-F238E27FC236}">
                <a16:creationId xmlns:a16="http://schemas.microsoft.com/office/drawing/2014/main" id="{2EF11368-C9D4-63F2-75C4-5A0420F34CE9}"/>
              </a:ext>
            </a:extLst>
          </p:cNvPr>
          <p:cNvSpPr>
            <a:spLocks noGrp="1"/>
          </p:cNvSpPr>
          <p:nvPr>
            <p:ph sz="quarter" idx="11"/>
          </p:nvPr>
        </p:nvSpPr>
        <p:spPr>
          <a:xfrm>
            <a:off x="6184900" y="1419910"/>
            <a:ext cx="5655611" cy="4572000"/>
          </a:xfrm>
        </p:spPr>
        <p:txBody>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25366929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ntent - Two Title">
    <p:bg>
      <p:bgPr>
        <a:blipFill dpi="0" rotWithShape="1">
          <a:blip r:embed="rId2">
            <a:alphaModFix amt="35000"/>
            <a:lum/>
          </a:blip>
          <a:srcRect/>
          <a:stretch>
            <a:fillRect/>
          </a:stretch>
        </a:blipFill>
        <a:effectLst/>
      </p:bgPr>
    </p:bg>
    <p:spTree>
      <p:nvGrpSpPr>
        <p:cNvPr id="1" name=""/>
        <p:cNvGrpSpPr/>
        <p:nvPr/>
      </p:nvGrpSpPr>
      <p:grpSpPr>
        <a:xfrm>
          <a:off x="0" y="0"/>
          <a:ext cx="0" cy="0"/>
          <a:chOff x="0" y="0"/>
          <a:chExt cx="0" cy="0"/>
        </a:xfrm>
      </p:grpSpPr>
      <p:sp>
        <p:nvSpPr>
          <p:cNvPr id="15" name="Text Placeholder 5">
            <a:extLst>
              <a:ext uri="{FF2B5EF4-FFF2-40B4-BE49-F238E27FC236}">
                <a16:creationId xmlns:a16="http://schemas.microsoft.com/office/drawing/2014/main" id="{490D6FB7-0622-72A4-FE04-61E5048FBCC8}"/>
              </a:ext>
            </a:extLst>
          </p:cNvPr>
          <p:cNvSpPr>
            <a:spLocks noGrp="1"/>
          </p:cNvSpPr>
          <p:nvPr>
            <p:ph type="body" sz="quarter" idx="13"/>
          </p:nvPr>
        </p:nvSpPr>
        <p:spPr>
          <a:xfrm>
            <a:off x="6192494" y="476296"/>
            <a:ext cx="5642319" cy="684000"/>
          </a:xfrm>
          <a:prstGeom prst="rect">
            <a:avLst/>
          </a:prstGeom>
        </p:spPr>
        <p:txBody>
          <a:bodyPr tIns="0"/>
          <a:lstStyle>
            <a:lvl1pPr marL="0" indent="0">
              <a:lnSpc>
                <a:spcPct val="85000"/>
              </a:lnSpc>
              <a:spcBef>
                <a:spcPts val="0"/>
              </a:spcBef>
              <a:buNone/>
              <a:defRPr sz="2800" b="1" spc="-20" baseline="0">
                <a:solidFill>
                  <a:schemeClr val="accent1"/>
                </a:solidFill>
                <a:latin typeface="+mj-lt"/>
              </a:defRPr>
            </a:lvl1pPr>
          </a:lstStyle>
          <a:p>
            <a:pPr lvl="0"/>
            <a:r>
              <a:rPr lang="en-US" noProof="0" dirty="0"/>
              <a:t>Click to edit Master text styles</a:t>
            </a:r>
          </a:p>
        </p:txBody>
      </p:sp>
      <p:sp>
        <p:nvSpPr>
          <p:cNvPr id="3" name="Title Placeholder 1">
            <a:extLst>
              <a:ext uri="{FF2B5EF4-FFF2-40B4-BE49-F238E27FC236}">
                <a16:creationId xmlns:a16="http://schemas.microsoft.com/office/drawing/2014/main" id="{711A7A63-A2AC-B922-2701-B56FB7CD4DB0}"/>
              </a:ext>
            </a:extLst>
          </p:cNvPr>
          <p:cNvSpPr>
            <a:spLocks noGrp="1"/>
          </p:cNvSpPr>
          <p:nvPr>
            <p:ph type="title"/>
          </p:nvPr>
        </p:nvSpPr>
        <p:spPr>
          <a:xfrm>
            <a:off x="348314" y="476250"/>
            <a:ext cx="5655611" cy="684214"/>
          </a:xfrm>
          <a:prstGeom prst="rect">
            <a:avLst/>
          </a:prstGeom>
        </p:spPr>
        <p:txBody>
          <a:bodyPr vert="horz" lIns="0" tIns="0" rIns="0" bIns="0" rtlCol="0" anchor="t" anchorCtr="0">
            <a:noAutofit/>
          </a:bodyPr>
          <a:lstStyle/>
          <a:p>
            <a:r>
              <a:rPr lang="en-US" noProof="0" dirty="0"/>
              <a:t>Click to edit Master title style</a:t>
            </a:r>
          </a:p>
        </p:txBody>
      </p:sp>
      <p:sp>
        <p:nvSpPr>
          <p:cNvPr id="4" name="Content Placeholder 12">
            <a:extLst>
              <a:ext uri="{FF2B5EF4-FFF2-40B4-BE49-F238E27FC236}">
                <a16:creationId xmlns:a16="http://schemas.microsoft.com/office/drawing/2014/main" id="{CA803BEC-197C-C066-252E-C664D1F6C873}"/>
              </a:ext>
            </a:extLst>
          </p:cNvPr>
          <p:cNvSpPr>
            <a:spLocks noGrp="1"/>
          </p:cNvSpPr>
          <p:nvPr>
            <p:ph sz="quarter" idx="10"/>
          </p:nvPr>
        </p:nvSpPr>
        <p:spPr>
          <a:xfrm>
            <a:off x="348314" y="1419910"/>
            <a:ext cx="5655611" cy="4572000"/>
          </a:xfrm>
        </p:spPr>
        <p:txBody>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5" name="Content Placeholder 12">
            <a:extLst>
              <a:ext uri="{FF2B5EF4-FFF2-40B4-BE49-F238E27FC236}">
                <a16:creationId xmlns:a16="http://schemas.microsoft.com/office/drawing/2014/main" id="{DECB1FEA-DEA4-7D23-CA61-D0F1FF2D3515}"/>
              </a:ext>
            </a:extLst>
          </p:cNvPr>
          <p:cNvSpPr>
            <a:spLocks noGrp="1"/>
          </p:cNvSpPr>
          <p:nvPr>
            <p:ph sz="quarter" idx="11"/>
          </p:nvPr>
        </p:nvSpPr>
        <p:spPr>
          <a:xfrm>
            <a:off x="6184900" y="1419910"/>
            <a:ext cx="5658786" cy="4572000"/>
          </a:xfrm>
        </p:spPr>
        <p:txBody>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16807503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s - Horizontal">
    <p:bg>
      <p:bgPr>
        <a:blipFill dpi="0" rotWithShape="1">
          <a:blip r:embed="rId2">
            <a:alphaModFix amt="35000"/>
            <a:lum/>
          </a:blip>
          <a:srcRect/>
          <a:stretch>
            <a:fillRect/>
          </a:stretch>
        </a:blipFill>
        <a:effectLst/>
      </p:bgPr>
    </p:bg>
    <p:spTree>
      <p:nvGrpSpPr>
        <p:cNvPr id="1" name=""/>
        <p:cNvGrpSpPr/>
        <p:nvPr/>
      </p:nvGrpSpPr>
      <p:grpSpPr>
        <a:xfrm>
          <a:off x="0" y="0"/>
          <a:ext cx="0" cy="0"/>
          <a:chOff x="0" y="0"/>
          <a:chExt cx="0" cy="0"/>
        </a:xfrm>
      </p:grpSpPr>
      <p:sp>
        <p:nvSpPr>
          <p:cNvPr id="8" name="Content Placeholder 2">
            <a:extLst>
              <a:ext uri="{FF2B5EF4-FFF2-40B4-BE49-F238E27FC236}">
                <a16:creationId xmlns:a16="http://schemas.microsoft.com/office/drawing/2014/main" id="{EA388C6A-0692-4A21-A456-3C27B1891783}"/>
              </a:ext>
            </a:extLst>
          </p:cNvPr>
          <p:cNvSpPr>
            <a:spLocks noGrp="1"/>
          </p:cNvSpPr>
          <p:nvPr>
            <p:ph idx="1"/>
          </p:nvPr>
        </p:nvSpPr>
        <p:spPr>
          <a:xfrm>
            <a:off x="348314" y="1419909"/>
            <a:ext cx="11480800" cy="2196000"/>
          </a:xfrm>
          <a:prstGeom prst="rect">
            <a:avLst/>
          </a:prstGeom>
        </p:spPr>
        <p:txBody>
          <a:bodyPr/>
          <a:lstStyle>
            <a:lvl1pPr marL="216000" marR="0" indent="-216000" algn="l" defTabSz="914400" rtl="0" eaLnBrk="1" fontAlgn="auto" latinLnBrk="0" hangingPunct="1">
              <a:lnSpc>
                <a:spcPct val="95000"/>
              </a:lnSpc>
              <a:spcBef>
                <a:spcPts val="300"/>
              </a:spcBef>
              <a:spcAft>
                <a:spcPts val="400"/>
              </a:spcAft>
              <a:buClr>
                <a:schemeClr val="accent1"/>
              </a:buClr>
              <a:buSzTx/>
              <a:buFont typeface="Calibri" panose="020F0502020204030204" pitchFamily="34" charset="0"/>
              <a:buChar char="•"/>
              <a:tabLst/>
              <a:defRPr/>
            </a:lvl1pPr>
            <a:lvl2pPr marL="360000" marR="0" indent="-144000" algn="l" defTabSz="914400" rtl="0" eaLnBrk="1" fontAlgn="auto" latinLnBrk="0" hangingPunct="1">
              <a:lnSpc>
                <a:spcPct val="95000"/>
              </a:lnSpc>
              <a:spcBef>
                <a:spcPts val="300"/>
              </a:spcBef>
              <a:spcAft>
                <a:spcPts val="600"/>
              </a:spcAft>
              <a:buClr>
                <a:schemeClr val="accent1"/>
              </a:buClr>
              <a:buSzTx/>
              <a:buFont typeface="Calibri" panose="020F0502020204030204" pitchFamily="34" charset="0"/>
              <a:buChar char="–"/>
              <a:tabLst/>
              <a:defRPr/>
            </a:lvl2pPr>
            <a:lvl3pPr marL="504000" marR="0" indent="-144000" algn="l" defTabSz="914400" rtl="0" eaLnBrk="1" fontAlgn="auto" latinLnBrk="0" hangingPunct="1">
              <a:lnSpc>
                <a:spcPct val="95000"/>
              </a:lnSpc>
              <a:spcBef>
                <a:spcPts val="300"/>
              </a:spcBef>
              <a:spcAft>
                <a:spcPts val="600"/>
              </a:spcAft>
              <a:buClr>
                <a:schemeClr val="accent1"/>
              </a:buClr>
              <a:buSzTx/>
              <a:buFont typeface="Calibri" panose="020F0502020204030204" pitchFamily="34" charset="0"/>
              <a:buChar char="–"/>
              <a:tabLst/>
              <a:defRPr/>
            </a:lvl3pPr>
            <a:lvl4pPr marL="648000" marR="0" indent="-144000" algn="l" defTabSz="914400" rtl="0" eaLnBrk="1" fontAlgn="auto" latinLnBrk="0" hangingPunct="1">
              <a:lnSpc>
                <a:spcPct val="95000"/>
              </a:lnSpc>
              <a:spcBef>
                <a:spcPts val="300"/>
              </a:spcBef>
              <a:spcAft>
                <a:spcPts val="600"/>
              </a:spcAft>
              <a:buClr>
                <a:schemeClr val="accent1"/>
              </a:buClr>
              <a:buSzTx/>
              <a:buFont typeface="Calibri" panose="020F0502020204030204" pitchFamily="34" charset="0"/>
              <a:buChar char="–"/>
              <a:tabLst/>
              <a:defRPr/>
            </a:lvl4pPr>
            <a:lvl5pPr marL="792000" marR="0" indent="-144000" algn="l" defTabSz="914400" rtl="0" eaLnBrk="1" fontAlgn="auto" latinLnBrk="0" hangingPunct="1">
              <a:lnSpc>
                <a:spcPct val="95000"/>
              </a:lnSpc>
              <a:spcBef>
                <a:spcPts val="300"/>
              </a:spcBef>
              <a:spcAft>
                <a:spcPts val="600"/>
              </a:spcAft>
              <a:buClr>
                <a:schemeClr val="accent1"/>
              </a:buClr>
              <a:buSzTx/>
              <a:buFont typeface="Calibri" panose="020F0502020204030204" pitchFamily="34" charset="0"/>
              <a:buChar char="–"/>
              <a:tabLst/>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1" name="Content Placeholder 2">
            <a:extLst>
              <a:ext uri="{FF2B5EF4-FFF2-40B4-BE49-F238E27FC236}">
                <a16:creationId xmlns:a16="http://schemas.microsoft.com/office/drawing/2014/main" id="{FCFB497F-B1A8-4992-933E-D4B44415F307}"/>
              </a:ext>
            </a:extLst>
          </p:cNvPr>
          <p:cNvSpPr>
            <a:spLocks noGrp="1"/>
          </p:cNvSpPr>
          <p:nvPr>
            <p:ph idx="11"/>
          </p:nvPr>
        </p:nvSpPr>
        <p:spPr>
          <a:xfrm>
            <a:off x="348314" y="3802942"/>
            <a:ext cx="11480800" cy="2196000"/>
          </a:xfrm>
          <a:prstGeom prst="rect">
            <a:avLst/>
          </a:prstGeom>
        </p:spPr>
        <p:txBody>
          <a:bodyPr/>
          <a:lstStyle>
            <a:lvl1pPr marL="216000" marR="0" indent="-216000" algn="l" defTabSz="914400" rtl="0" eaLnBrk="1" fontAlgn="auto" latinLnBrk="0" hangingPunct="1">
              <a:lnSpc>
                <a:spcPct val="95000"/>
              </a:lnSpc>
              <a:spcBef>
                <a:spcPts val="300"/>
              </a:spcBef>
              <a:spcAft>
                <a:spcPts val="400"/>
              </a:spcAft>
              <a:buClr>
                <a:schemeClr val="accent1"/>
              </a:buClr>
              <a:buSzTx/>
              <a:buFont typeface="Calibri" panose="020F0502020204030204" pitchFamily="34" charset="0"/>
              <a:buChar char="•"/>
              <a:tabLst/>
              <a:defRPr/>
            </a:lvl1pPr>
            <a:lvl2pPr marL="360000" marR="0" indent="-144000" algn="l" defTabSz="914400" rtl="0" eaLnBrk="1" fontAlgn="auto" latinLnBrk="0" hangingPunct="1">
              <a:lnSpc>
                <a:spcPct val="95000"/>
              </a:lnSpc>
              <a:spcBef>
                <a:spcPts val="300"/>
              </a:spcBef>
              <a:spcAft>
                <a:spcPts val="600"/>
              </a:spcAft>
              <a:buClr>
                <a:schemeClr val="accent1"/>
              </a:buClr>
              <a:buSzTx/>
              <a:buFont typeface="Calibri" panose="020F0502020204030204" pitchFamily="34" charset="0"/>
              <a:buChar char="–"/>
              <a:tabLst/>
              <a:defRPr/>
            </a:lvl2pPr>
            <a:lvl3pPr marL="504000" marR="0" indent="-144000" algn="l" defTabSz="914400" rtl="0" eaLnBrk="1" fontAlgn="auto" latinLnBrk="0" hangingPunct="1">
              <a:lnSpc>
                <a:spcPct val="95000"/>
              </a:lnSpc>
              <a:spcBef>
                <a:spcPts val="300"/>
              </a:spcBef>
              <a:spcAft>
                <a:spcPts val="600"/>
              </a:spcAft>
              <a:buClr>
                <a:schemeClr val="accent1"/>
              </a:buClr>
              <a:buSzTx/>
              <a:buFont typeface="Calibri" panose="020F0502020204030204" pitchFamily="34" charset="0"/>
              <a:buChar char="–"/>
              <a:tabLst/>
              <a:defRPr/>
            </a:lvl3pPr>
            <a:lvl4pPr marL="648000" marR="0" indent="-144000" algn="l" defTabSz="914400" rtl="0" eaLnBrk="1" fontAlgn="auto" latinLnBrk="0" hangingPunct="1">
              <a:lnSpc>
                <a:spcPct val="95000"/>
              </a:lnSpc>
              <a:spcBef>
                <a:spcPts val="300"/>
              </a:spcBef>
              <a:spcAft>
                <a:spcPts val="600"/>
              </a:spcAft>
              <a:buClr>
                <a:schemeClr val="accent1"/>
              </a:buClr>
              <a:buSzTx/>
              <a:buFont typeface="Calibri" panose="020F0502020204030204" pitchFamily="34" charset="0"/>
              <a:buChar char="–"/>
              <a:tabLst/>
              <a:defRPr/>
            </a:lvl4pPr>
            <a:lvl5pPr marL="792000" marR="0" indent="-144000" algn="l" defTabSz="914400" rtl="0" eaLnBrk="1" fontAlgn="auto" latinLnBrk="0" hangingPunct="1">
              <a:lnSpc>
                <a:spcPct val="95000"/>
              </a:lnSpc>
              <a:spcBef>
                <a:spcPts val="300"/>
              </a:spcBef>
              <a:spcAft>
                <a:spcPts val="600"/>
              </a:spcAft>
              <a:buClr>
                <a:schemeClr val="accent1"/>
              </a:buClr>
              <a:buSzTx/>
              <a:buFont typeface="Calibri" panose="020F0502020204030204" pitchFamily="34" charset="0"/>
              <a:buChar char="–"/>
              <a:tabLst/>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4" name="Title Placeholder 1">
            <a:extLst>
              <a:ext uri="{FF2B5EF4-FFF2-40B4-BE49-F238E27FC236}">
                <a16:creationId xmlns:a16="http://schemas.microsoft.com/office/drawing/2014/main" id="{1CBE4924-BE30-7254-A30B-A8065A3A97F0}"/>
              </a:ext>
            </a:extLst>
          </p:cNvPr>
          <p:cNvSpPr>
            <a:spLocks noGrp="1"/>
          </p:cNvSpPr>
          <p:nvPr>
            <p:ph type="title"/>
          </p:nvPr>
        </p:nvSpPr>
        <p:spPr>
          <a:xfrm>
            <a:off x="348314" y="476250"/>
            <a:ext cx="11480800" cy="684214"/>
          </a:xfrm>
          <a:prstGeom prst="rect">
            <a:avLst/>
          </a:prstGeom>
        </p:spPr>
        <p:txBody>
          <a:bodyPr vert="horz" lIns="0" tIns="0" rIns="0" bIns="0" rtlCol="0" anchor="t" anchorCtr="0">
            <a:noAutofit/>
          </a:bodyPr>
          <a:lstStyle/>
          <a:p>
            <a:r>
              <a:rPr lang="en-US" noProof="0" dirty="0"/>
              <a:t>Click to edit Master title style</a:t>
            </a:r>
          </a:p>
        </p:txBody>
      </p:sp>
    </p:spTree>
    <p:extLst>
      <p:ext uri="{BB962C8B-B14F-4D97-AF65-F5344CB8AC3E}">
        <p14:creationId xmlns:p14="http://schemas.microsoft.com/office/powerpoint/2010/main" val="5199641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ong Column and Image">
    <p:bg>
      <p:bgPr>
        <a:blipFill dpi="0" rotWithShape="1">
          <a:blip r:embed="rId2">
            <a:alphaModFix amt="35000"/>
            <a:lum/>
          </a:blip>
          <a:srcRect/>
          <a:stretch>
            <a:fillRect/>
          </a:stretch>
        </a:blipFill>
        <a:effectLst/>
      </p:bgPr>
    </p:bg>
    <p:spTree>
      <p:nvGrpSpPr>
        <p:cNvPr id="1" name=""/>
        <p:cNvGrpSpPr/>
        <p:nvPr/>
      </p:nvGrpSpPr>
      <p:grpSpPr>
        <a:xfrm>
          <a:off x="0" y="0"/>
          <a:ext cx="0" cy="0"/>
          <a:chOff x="0" y="0"/>
          <a:chExt cx="0" cy="0"/>
        </a:xfrm>
      </p:grpSpPr>
      <p:sp>
        <p:nvSpPr>
          <p:cNvPr id="8" name="Content Placeholder 3">
            <a:extLst>
              <a:ext uri="{FF2B5EF4-FFF2-40B4-BE49-F238E27FC236}">
                <a16:creationId xmlns:a16="http://schemas.microsoft.com/office/drawing/2014/main" id="{FA5E9D3D-E391-43B0-9335-27AB8D181717}"/>
              </a:ext>
            </a:extLst>
          </p:cNvPr>
          <p:cNvSpPr>
            <a:spLocks noGrp="1"/>
          </p:cNvSpPr>
          <p:nvPr>
            <p:ph sz="half" idx="2"/>
          </p:nvPr>
        </p:nvSpPr>
        <p:spPr>
          <a:xfrm>
            <a:off x="8129588" y="476250"/>
            <a:ext cx="3705225" cy="5508625"/>
          </a:xfrm>
          <a:prstGeom prst="rect">
            <a:avLst/>
          </a:prstGeom>
        </p:spPr>
        <p:txBody>
          <a:bodyPr tIns="0"/>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2" name="Title Placeholder 1">
            <a:extLst>
              <a:ext uri="{FF2B5EF4-FFF2-40B4-BE49-F238E27FC236}">
                <a16:creationId xmlns:a16="http://schemas.microsoft.com/office/drawing/2014/main" id="{9412406D-D13B-8D1D-3BA5-340BD69A1BCD}"/>
              </a:ext>
            </a:extLst>
          </p:cNvPr>
          <p:cNvSpPr>
            <a:spLocks noGrp="1"/>
          </p:cNvSpPr>
          <p:nvPr>
            <p:ph type="title"/>
          </p:nvPr>
        </p:nvSpPr>
        <p:spPr>
          <a:xfrm>
            <a:off x="348314" y="476250"/>
            <a:ext cx="7600486" cy="684214"/>
          </a:xfrm>
          <a:prstGeom prst="rect">
            <a:avLst/>
          </a:prstGeom>
        </p:spPr>
        <p:txBody>
          <a:bodyPr vert="horz" lIns="0" tIns="0" rIns="0" bIns="0" rtlCol="0" anchor="t" anchorCtr="0">
            <a:noAutofit/>
          </a:bodyPr>
          <a:lstStyle/>
          <a:p>
            <a:r>
              <a:rPr lang="en-US" noProof="0" dirty="0"/>
              <a:t>Click to edit Master title style</a:t>
            </a:r>
          </a:p>
        </p:txBody>
      </p:sp>
      <p:sp>
        <p:nvSpPr>
          <p:cNvPr id="9" name="Content Placeholder 2">
            <a:extLst>
              <a:ext uri="{FF2B5EF4-FFF2-40B4-BE49-F238E27FC236}">
                <a16:creationId xmlns:a16="http://schemas.microsoft.com/office/drawing/2014/main" id="{3289BAA1-9492-5262-04CC-FD1DD769C6F3}"/>
              </a:ext>
            </a:extLst>
          </p:cNvPr>
          <p:cNvSpPr>
            <a:spLocks noGrp="1"/>
          </p:cNvSpPr>
          <p:nvPr>
            <p:ph idx="1"/>
          </p:nvPr>
        </p:nvSpPr>
        <p:spPr>
          <a:xfrm>
            <a:off x="348314" y="1419909"/>
            <a:ext cx="7599600" cy="4577666"/>
          </a:xfrm>
          <a:prstGeom prst="rect">
            <a:avLst/>
          </a:prstGeom>
        </p:spPr>
        <p:txBody>
          <a:bodyPr/>
          <a:lstStyle>
            <a:lvl1pPr marL="216000" marR="0" indent="-216000" algn="l" defTabSz="914400" rtl="0" eaLnBrk="1" fontAlgn="auto" latinLnBrk="0" hangingPunct="1">
              <a:lnSpc>
                <a:spcPct val="95000"/>
              </a:lnSpc>
              <a:spcBef>
                <a:spcPts val="300"/>
              </a:spcBef>
              <a:spcAft>
                <a:spcPts val="400"/>
              </a:spcAft>
              <a:buClr>
                <a:schemeClr val="accent1"/>
              </a:buClr>
              <a:buSzTx/>
              <a:buFont typeface="Calibri" panose="020F0502020204030204" pitchFamily="34" charset="0"/>
              <a:buChar char="•"/>
              <a:tabLst/>
              <a:defRPr/>
            </a:lvl1pPr>
            <a:lvl2pPr marL="360000" marR="0" indent="-144000" algn="l" defTabSz="914400" rtl="0" eaLnBrk="1" fontAlgn="auto" latinLnBrk="0" hangingPunct="1">
              <a:lnSpc>
                <a:spcPct val="95000"/>
              </a:lnSpc>
              <a:spcBef>
                <a:spcPts val="300"/>
              </a:spcBef>
              <a:spcAft>
                <a:spcPts val="600"/>
              </a:spcAft>
              <a:buClr>
                <a:schemeClr val="accent1"/>
              </a:buClr>
              <a:buSzTx/>
              <a:buFont typeface="Calibri" panose="020F0502020204030204" pitchFamily="34" charset="0"/>
              <a:buChar char="–"/>
              <a:tabLst/>
              <a:defRPr/>
            </a:lvl2pPr>
            <a:lvl3pPr marL="504000" marR="0" indent="-144000" algn="l" defTabSz="914400" rtl="0" eaLnBrk="1" fontAlgn="auto" latinLnBrk="0" hangingPunct="1">
              <a:lnSpc>
                <a:spcPct val="95000"/>
              </a:lnSpc>
              <a:spcBef>
                <a:spcPts val="300"/>
              </a:spcBef>
              <a:spcAft>
                <a:spcPts val="600"/>
              </a:spcAft>
              <a:buClr>
                <a:schemeClr val="accent1"/>
              </a:buClr>
              <a:buSzTx/>
              <a:buFont typeface="Calibri" panose="020F0502020204030204" pitchFamily="34" charset="0"/>
              <a:buChar char="–"/>
              <a:tabLst/>
              <a:defRPr/>
            </a:lvl3pPr>
            <a:lvl4pPr marL="648000" marR="0" indent="-144000" algn="l" defTabSz="914400" rtl="0" eaLnBrk="1" fontAlgn="auto" latinLnBrk="0" hangingPunct="1">
              <a:lnSpc>
                <a:spcPct val="95000"/>
              </a:lnSpc>
              <a:spcBef>
                <a:spcPts val="300"/>
              </a:spcBef>
              <a:spcAft>
                <a:spcPts val="600"/>
              </a:spcAft>
              <a:buClr>
                <a:schemeClr val="accent1"/>
              </a:buClr>
              <a:buSzTx/>
              <a:buFont typeface="Calibri" panose="020F0502020204030204" pitchFamily="34" charset="0"/>
              <a:buChar char="–"/>
              <a:tabLst/>
              <a:defRPr/>
            </a:lvl4pPr>
            <a:lvl5pPr marL="792000" marR="0" indent="-144000" algn="l" defTabSz="914400" rtl="0" eaLnBrk="1" fontAlgn="auto" latinLnBrk="0" hangingPunct="1">
              <a:lnSpc>
                <a:spcPct val="95000"/>
              </a:lnSpc>
              <a:spcBef>
                <a:spcPts val="300"/>
              </a:spcBef>
              <a:spcAft>
                <a:spcPts val="600"/>
              </a:spcAft>
              <a:buClr>
                <a:schemeClr val="accent1"/>
              </a:buClr>
              <a:buSzTx/>
              <a:buFont typeface="Calibri" panose="020F0502020204030204" pitchFamily="34" charset="0"/>
              <a:buChar char="–"/>
              <a:tabLst/>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33907466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Medium Column and Image">
    <p:bg>
      <p:bgPr>
        <a:blipFill dpi="0" rotWithShape="1">
          <a:blip r:embed="rId2">
            <a:alphaModFix amt="35000"/>
            <a:lum/>
          </a:blip>
          <a:srcRect/>
          <a:stretch>
            <a:fillRect/>
          </a:stretch>
        </a:blipFill>
        <a:effectLst/>
      </p:bgPr>
    </p:bg>
    <p:spTree>
      <p:nvGrpSpPr>
        <p:cNvPr id="1" name=""/>
        <p:cNvGrpSpPr/>
        <p:nvPr/>
      </p:nvGrpSpPr>
      <p:grpSpPr>
        <a:xfrm>
          <a:off x="0" y="0"/>
          <a:ext cx="0" cy="0"/>
          <a:chOff x="0" y="0"/>
          <a:chExt cx="0" cy="0"/>
        </a:xfrm>
      </p:grpSpPr>
      <p:sp>
        <p:nvSpPr>
          <p:cNvPr id="8" name="Content Placeholder 3">
            <a:extLst>
              <a:ext uri="{FF2B5EF4-FFF2-40B4-BE49-F238E27FC236}">
                <a16:creationId xmlns:a16="http://schemas.microsoft.com/office/drawing/2014/main" id="{E4477052-1501-4E26-852F-71F0C0E6E944}"/>
              </a:ext>
            </a:extLst>
          </p:cNvPr>
          <p:cNvSpPr>
            <a:spLocks noGrp="1"/>
          </p:cNvSpPr>
          <p:nvPr>
            <p:ph sz="half" idx="2"/>
          </p:nvPr>
        </p:nvSpPr>
        <p:spPr>
          <a:xfrm>
            <a:off x="6188077" y="476250"/>
            <a:ext cx="5646736" cy="5508625"/>
          </a:xfrm>
          <a:prstGeom prst="rect">
            <a:avLst/>
          </a:prstGeom>
        </p:spPr>
        <p:txBody>
          <a:bodyPr/>
          <a:lstStyle>
            <a:lvl1pPr marL="216000" indent="-216000">
              <a:buFont typeface="Calibri" panose="020F0502020204030204" pitchFamily="34" charset="0"/>
              <a:buChar char="•"/>
              <a:defRPr/>
            </a:lvl1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4" name="Title Placeholder 1">
            <a:extLst>
              <a:ext uri="{FF2B5EF4-FFF2-40B4-BE49-F238E27FC236}">
                <a16:creationId xmlns:a16="http://schemas.microsoft.com/office/drawing/2014/main" id="{31788F59-82C9-5062-E29F-74962262CAC1}"/>
              </a:ext>
            </a:extLst>
          </p:cNvPr>
          <p:cNvSpPr>
            <a:spLocks noGrp="1"/>
          </p:cNvSpPr>
          <p:nvPr>
            <p:ph type="title"/>
          </p:nvPr>
        </p:nvSpPr>
        <p:spPr>
          <a:xfrm>
            <a:off x="348314" y="476250"/>
            <a:ext cx="5648400" cy="684214"/>
          </a:xfrm>
          <a:prstGeom prst="rect">
            <a:avLst/>
          </a:prstGeom>
        </p:spPr>
        <p:txBody>
          <a:bodyPr vert="horz" lIns="0" tIns="0" rIns="0" bIns="0" rtlCol="0" anchor="t" anchorCtr="0">
            <a:noAutofit/>
          </a:bodyPr>
          <a:lstStyle/>
          <a:p>
            <a:r>
              <a:rPr lang="en-US" noProof="0" dirty="0"/>
              <a:t>Click to edit Master title style</a:t>
            </a:r>
          </a:p>
        </p:txBody>
      </p:sp>
      <p:sp>
        <p:nvSpPr>
          <p:cNvPr id="5" name="Content Placeholder 2">
            <a:extLst>
              <a:ext uri="{FF2B5EF4-FFF2-40B4-BE49-F238E27FC236}">
                <a16:creationId xmlns:a16="http://schemas.microsoft.com/office/drawing/2014/main" id="{06A5CC0F-E306-05B4-78E4-AA128A57F12A}"/>
              </a:ext>
            </a:extLst>
          </p:cNvPr>
          <p:cNvSpPr>
            <a:spLocks noGrp="1"/>
          </p:cNvSpPr>
          <p:nvPr>
            <p:ph idx="1"/>
          </p:nvPr>
        </p:nvSpPr>
        <p:spPr>
          <a:xfrm>
            <a:off x="348314" y="1419909"/>
            <a:ext cx="5648400" cy="4577666"/>
          </a:xfrm>
          <a:prstGeom prst="rect">
            <a:avLst/>
          </a:prstGeom>
        </p:spPr>
        <p:txBody>
          <a:bodyPr/>
          <a:lstStyle>
            <a:lvl1pPr marL="216000" marR="0" indent="-216000" algn="l" defTabSz="914400" rtl="0" eaLnBrk="1" fontAlgn="auto" latinLnBrk="0" hangingPunct="1">
              <a:lnSpc>
                <a:spcPct val="95000"/>
              </a:lnSpc>
              <a:spcBef>
                <a:spcPts val="300"/>
              </a:spcBef>
              <a:spcAft>
                <a:spcPts val="400"/>
              </a:spcAft>
              <a:buClr>
                <a:schemeClr val="accent1"/>
              </a:buClr>
              <a:buSzTx/>
              <a:buFont typeface="Calibri" panose="020F0502020204030204" pitchFamily="34" charset="0"/>
              <a:buChar char="•"/>
              <a:tabLst/>
              <a:defRPr/>
            </a:lvl1pPr>
            <a:lvl2pPr marL="360000" marR="0" indent="-144000" algn="l" defTabSz="914400" rtl="0" eaLnBrk="1" fontAlgn="auto" latinLnBrk="0" hangingPunct="1">
              <a:lnSpc>
                <a:spcPct val="95000"/>
              </a:lnSpc>
              <a:spcBef>
                <a:spcPts val="300"/>
              </a:spcBef>
              <a:spcAft>
                <a:spcPts val="600"/>
              </a:spcAft>
              <a:buClr>
                <a:schemeClr val="accent1"/>
              </a:buClr>
              <a:buSzTx/>
              <a:buFont typeface="Calibri" panose="020F0502020204030204" pitchFamily="34" charset="0"/>
              <a:buChar char="–"/>
              <a:tabLst/>
              <a:defRPr/>
            </a:lvl2pPr>
            <a:lvl3pPr marL="504000" marR="0" indent="-144000" algn="l" defTabSz="914400" rtl="0" eaLnBrk="1" fontAlgn="auto" latinLnBrk="0" hangingPunct="1">
              <a:lnSpc>
                <a:spcPct val="95000"/>
              </a:lnSpc>
              <a:spcBef>
                <a:spcPts val="300"/>
              </a:spcBef>
              <a:spcAft>
                <a:spcPts val="600"/>
              </a:spcAft>
              <a:buClr>
                <a:schemeClr val="accent1"/>
              </a:buClr>
              <a:buSzTx/>
              <a:buFont typeface="Calibri" panose="020F0502020204030204" pitchFamily="34" charset="0"/>
              <a:buChar char="–"/>
              <a:tabLst/>
              <a:defRPr/>
            </a:lvl3pPr>
            <a:lvl4pPr marL="648000" marR="0" indent="-144000" algn="l" defTabSz="914400" rtl="0" eaLnBrk="1" fontAlgn="auto" latinLnBrk="0" hangingPunct="1">
              <a:lnSpc>
                <a:spcPct val="95000"/>
              </a:lnSpc>
              <a:spcBef>
                <a:spcPts val="300"/>
              </a:spcBef>
              <a:spcAft>
                <a:spcPts val="600"/>
              </a:spcAft>
              <a:buClr>
                <a:schemeClr val="accent1"/>
              </a:buClr>
              <a:buSzTx/>
              <a:buFont typeface="Calibri" panose="020F0502020204030204" pitchFamily="34" charset="0"/>
              <a:buChar char="–"/>
              <a:tabLst/>
              <a:defRPr/>
            </a:lvl4pPr>
            <a:lvl5pPr marL="792000" marR="0" indent="-144000" algn="l" defTabSz="914400" rtl="0" eaLnBrk="1" fontAlgn="auto" latinLnBrk="0" hangingPunct="1">
              <a:lnSpc>
                <a:spcPct val="95000"/>
              </a:lnSpc>
              <a:spcBef>
                <a:spcPts val="300"/>
              </a:spcBef>
              <a:spcAft>
                <a:spcPts val="600"/>
              </a:spcAft>
              <a:buClr>
                <a:schemeClr val="accent1"/>
              </a:buClr>
              <a:buSzTx/>
              <a:buFont typeface="Calibri" panose="020F0502020204030204" pitchFamily="34" charset="0"/>
              <a:buChar char="–"/>
              <a:tabLst/>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2687928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mall Column and Image">
    <p:bg>
      <p:bgPr>
        <a:blipFill dpi="0" rotWithShape="1">
          <a:blip r:embed="rId2">
            <a:alphaModFix amt="35000"/>
            <a:lum/>
          </a:blip>
          <a:srcRect/>
          <a:stretch>
            <a:fillRect/>
          </a:stretch>
        </a:blipFill>
        <a:effectLst/>
      </p:bgPr>
    </p:bg>
    <p:spTree>
      <p:nvGrpSpPr>
        <p:cNvPr id="1" name=""/>
        <p:cNvGrpSpPr/>
        <p:nvPr/>
      </p:nvGrpSpPr>
      <p:grpSpPr>
        <a:xfrm>
          <a:off x="0" y="0"/>
          <a:ext cx="0" cy="0"/>
          <a:chOff x="0" y="0"/>
          <a:chExt cx="0" cy="0"/>
        </a:xfrm>
      </p:grpSpPr>
      <p:sp>
        <p:nvSpPr>
          <p:cNvPr id="8" name="Content Placeholder 3">
            <a:extLst>
              <a:ext uri="{FF2B5EF4-FFF2-40B4-BE49-F238E27FC236}">
                <a16:creationId xmlns:a16="http://schemas.microsoft.com/office/drawing/2014/main" id="{0D0E12FD-03AF-4087-AFA2-EA9EE8CFB1A2}"/>
              </a:ext>
            </a:extLst>
          </p:cNvPr>
          <p:cNvSpPr>
            <a:spLocks noGrp="1"/>
          </p:cNvSpPr>
          <p:nvPr>
            <p:ph sz="half" idx="2"/>
          </p:nvPr>
        </p:nvSpPr>
        <p:spPr>
          <a:xfrm>
            <a:off x="4238625" y="476250"/>
            <a:ext cx="7598175" cy="5508625"/>
          </a:xfrm>
          <a:prstGeom prst="rect">
            <a:avLst/>
          </a:prstGeom>
        </p:spPr>
        <p:txBody>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4" name="Content Placeholder 2">
            <a:extLst>
              <a:ext uri="{FF2B5EF4-FFF2-40B4-BE49-F238E27FC236}">
                <a16:creationId xmlns:a16="http://schemas.microsoft.com/office/drawing/2014/main" id="{8FAFF4E0-5C86-12AE-2382-2817358EDF53}"/>
              </a:ext>
            </a:extLst>
          </p:cNvPr>
          <p:cNvSpPr>
            <a:spLocks noGrp="1"/>
          </p:cNvSpPr>
          <p:nvPr>
            <p:ph idx="1"/>
          </p:nvPr>
        </p:nvSpPr>
        <p:spPr>
          <a:xfrm>
            <a:off x="348314" y="1419909"/>
            <a:ext cx="3700800" cy="4577666"/>
          </a:xfrm>
          <a:prstGeom prst="rect">
            <a:avLst/>
          </a:prstGeom>
        </p:spPr>
        <p:txBody>
          <a:bodyPr/>
          <a:lstStyle>
            <a:lvl1pPr marL="216000" marR="0" indent="-216000" algn="l" defTabSz="914400" rtl="0" eaLnBrk="1" fontAlgn="auto" latinLnBrk="0" hangingPunct="1">
              <a:lnSpc>
                <a:spcPct val="95000"/>
              </a:lnSpc>
              <a:spcBef>
                <a:spcPts val="300"/>
              </a:spcBef>
              <a:spcAft>
                <a:spcPts val="400"/>
              </a:spcAft>
              <a:buClr>
                <a:schemeClr val="accent1"/>
              </a:buClr>
              <a:buSzTx/>
              <a:buFont typeface="Calibri" panose="020F0502020204030204" pitchFamily="34" charset="0"/>
              <a:buChar char="•"/>
              <a:tabLst/>
              <a:defRPr/>
            </a:lvl1pPr>
            <a:lvl2pPr marL="360000" marR="0" indent="-144000" algn="l" defTabSz="914400" rtl="0" eaLnBrk="1" fontAlgn="auto" latinLnBrk="0" hangingPunct="1">
              <a:lnSpc>
                <a:spcPct val="95000"/>
              </a:lnSpc>
              <a:spcBef>
                <a:spcPts val="300"/>
              </a:spcBef>
              <a:spcAft>
                <a:spcPts val="600"/>
              </a:spcAft>
              <a:buClr>
                <a:schemeClr val="accent1"/>
              </a:buClr>
              <a:buSzTx/>
              <a:buFont typeface="Calibri" panose="020F0502020204030204" pitchFamily="34" charset="0"/>
              <a:buChar char="–"/>
              <a:tabLst/>
              <a:defRPr/>
            </a:lvl2pPr>
            <a:lvl3pPr marL="504000" marR="0" indent="-144000" algn="l" defTabSz="914400" rtl="0" eaLnBrk="1" fontAlgn="auto" latinLnBrk="0" hangingPunct="1">
              <a:lnSpc>
                <a:spcPct val="95000"/>
              </a:lnSpc>
              <a:spcBef>
                <a:spcPts val="300"/>
              </a:spcBef>
              <a:spcAft>
                <a:spcPts val="600"/>
              </a:spcAft>
              <a:buClr>
                <a:schemeClr val="accent1"/>
              </a:buClr>
              <a:buSzTx/>
              <a:buFont typeface="Calibri" panose="020F0502020204030204" pitchFamily="34" charset="0"/>
              <a:buChar char="–"/>
              <a:tabLst/>
              <a:defRPr/>
            </a:lvl3pPr>
            <a:lvl4pPr marL="648000" marR="0" indent="-144000" algn="l" defTabSz="914400" rtl="0" eaLnBrk="1" fontAlgn="auto" latinLnBrk="0" hangingPunct="1">
              <a:lnSpc>
                <a:spcPct val="95000"/>
              </a:lnSpc>
              <a:spcBef>
                <a:spcPts val="300"/>
              </a:spcBef>
              <a:spcAft>
                <a:spcPts val="600"/>
              </a:spcAft>
              <a:buClr>
                <a:schemeClr val="accent1"/>
              </a:buClr>
              <a:buSzTx/>
              <a:buFont typeface="Calibri" panose="020F0502020204030204" pitchFamily="34" charset="0"/>
              <a:buChar char="–"/>
              <a:tabLst/>
              <a:defRPr/>
            </a:lvl4pPr>
            <a:lvl5pPr marL="792000" marR="0" indent="-144000" algn="l" defTabSz="914400" rtl="0" eaLnBrk="1" fontAlgn="auto" latinLnBrk="0" hangingPunct="1">
              <a:lnSpc>
                <a:spcPct val="95000"/>
              </a:lnSpc>
              <a:spcBef>
                <a:spcPts val="300"/>
              </a:spcBef>
              <a:spcAft>
                <a:spcPts val="600"/>
              </a:spcAft>
              <a:buClr>
                <a:schemeClr val="accent1"/>
              </a:buClr>
              <a:buSzTx/>
              <a:buFont typeface="Calibri" panose="020F0502020204030204" pitchFamily="34" charset="0"/>
              <a:buChar char="–"/>
              <a:tabLst/>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5" name="Title Placeholder 1">
            <a:extLst>
              <a:ext uri="{FF2B5EF4-FFF2-40B4-BE49-F238E27FC236}">
                <a16:creationId xmlns:a16="http://schemas.microsoft.com/office/drawing/2014/main" id="{4D35201E-3D50-5C2D-369C-163E9789F7FE}"/>
              </a:ext>
            </a:extLst>
          </p:cNvPr>
          <p:cNvSpPr>
            <a:spLocks noGrp="1"/>
          </p:cNvSpPr>
          <p:nvPr>
            <p:ph type="title"/>
          </p:nvPr>
        </p:nvSpPr>
        <p:spPr>
          <a:xfrm>
            <a:off x="348314" y="476250"/>
            <a:ext cx="3700800" cy="684214"/>
          </a:xfrm>
          <a:prstGeom prst="rect">
            <a:avLst/>
          </a:prstGeom>
        </p:spPr>
        <p:txBody>
          <a:bodyPr vert="horz" lIns="0" tIns="0" rIns="0" bIns="0" rtlCol="0" anchor="t" anchorCtr="0">
            <a:noAutofit/>
          </a:bodyPr>
          <a:lstStyle/>
          <a:p>
            <a:r>
              <a:rPr lang="en-US" noProof="0" dirty="0"/>
              <a:t>Click to edit Master title style</a:t>
            </a:r>
          </a:p>
        </p:txBody>
      </p:sp>
    </p:spTree>
    <p:extLst>
      <p:ext uri="{BB962C8B-B14F-4D97-AF65-F5344CB8AC3E}">
        <p14:creationId xmlns:p14="http://schemas.microsoft.com/office/powerpoint/2010/main" val="281425983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hree Columns ">
    <p:bg>
      <p:bgPr>
        <a:blipFill dpi="0" rotWithShape="1">
          <a:blip r:embed="rId2">
            <a:alphaModFix amt="35000"/>
            <a:lum/>
          </a:blip>
          <a:srcRect/>
          <a:stretch>
            <a:fillRect/>
          </a:stretch>
        </a:blipFill>
        <a:effectLst/>
      </p:bgPr>
    </p:bg>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9D6752F1-DD44-6064-E954-1F249773F056}"/>
              </a:ext>
            </a:extLst>
          </p:cNvPr>
          <p:cNvSpPr>
            <a:spLocks noGrp="1"/>
          </p:cNvSpPr>
          <p:nvPr>
            <p:ph type="title"/>
          </p:nvPr>
        </p:nvSpPr>
        <p:spPr>
          <a:xfrm>
            <a:off x="348314" y="476250"/>
            <a:ext cx="11480800" cy="684214"/>
          </a:xfrm>
          <a:prstGeom prst="rect">
            <a:avLst/>
          </a:prstGeom>
        </p:spPr>
        <p:txBody>
          <a:bodyPr vert="horz" lIns="0" tIns="0" rIns="0" bIns="0" rtlCol="0" anchor="t" anchorCtr="0">
            <a:noAutofit/>
          </a:bodyPr>
          <a:lstStyle/>
          <a:p>
            <a:r>
              <a:rPr lang="en-US" noProof="0" dirty="0"/>
              <a:t>Click to edit Master title style</a:t>
            </a:r>
          </a:p>
        </p:txBody>
      </p:sp>
      <p:sp>
        <p:nvSpPr>
          <p:cNvPr id="6" name="Content Placeholder 2">
            <a:extLst>
              <a:ext uri="{FF2B5EF4-FFF2-40B4-BE49-F238E27FC236}">
                <a16:creationId xmlns:a16="http://schemas.microsoft.com/office/drawing/2014/main" id="{74038C46-1B7F-5C1A-91C4-575D5C407648}"/>
              </a:ext>
            </a:extLst>
          </p:cNvPr>
          <p:cNvSpPr>
            <a:spLocks noGrp="1"/>
          </p:cNvSpPr>
          <p:nvPr>
            <p:ph idx="1"/>
          </p:nvPr>
        </p:nvSpPr>
        <p:spPr>
          <a:xfrm>
            <a:off x="348314" y="1419909"/>
            <a:ext cx="3700800" cy="4577666"/>
          </a:xfrm>
          <a:prstGeom prst="rect">
            <a:avLst/>
          </a:prstGeom>
        </p:spPr>
        <p:txBody>
          <a:bodyPr/>
          <a:lstStyle>
            <a:lvl1pPr marL="216000" marR="0" indent="-216000" algn="l" defTabSz="914400" rtl="0" eaLnBrk="1" fontAlgn="auto" latinLnBrk="0" hangingPunct="1">
              <a:lnSpc>
                <a:spcPct val="95000"/>
              </a:lnSpc>
              <a:spcBef>
                <a:spcPts val="300"/>
              </a:spcBef>
              <a:spcAft>
                <a:spcPts val="400"/>
              </a:spcAft>
              <a:buClr>
                <a:schemeClr val="accent1"/>
              </a:buClr>
              <a:buSzTx/>
              <a:buFont typeface="Calibri" panose="020F0502020204030204" pitchFamily="34" charset="0"/>
              <a:buChar char="•"/>
              <a:tabLst/>
              <a:defRPr/>
            </a:lvl1pPr>
            <a:lvl2pPr marL="360000" marR="0" indent="-144000" algn="l" defTabSz="914400" rtl="0" eaLnBrk="1" fontAlgn="auto" latinLnBrk="0" hangingPunct="1">
              <a:lnSpc>
                <a:spcPct val="95000"/>
              </a:lnSpc>
              <a:spcBef>
                <a:spcPts val="300"/>
              </a:spcBef>
              <a:spcAft>
                <a:spcPts val="600"/>
              </a:spcAft>
              <a:buClr>
                <a:schemeClr val="accent1"/>
              </a:buClr>
              <a:buSzTx/>
              <a:buFont typeface="Calibri" panose="020F0502020204030204" pitchFamily="34" charset="0"/>
              <a:buChar char="–"/>
              <a:tabLst/>
              <a:defRPr/>
            </a:lvl2pPr>
            <a:lvl3pPr marL="504000" marR="0" indent="-144000" algn="l" defTabSz="914400" rtl="0" eaLnBrk="1" fontAlgn="auto" latinLnBrk="0" hangingPunct="1">
              <a:lnSpc>
                <a:spcPct val="95000"/>
              </a:lnSpc>
              <a:spcBef>
                <a:spcPts val="300"/>
              </a:spcBef>
              <a:spcAft>
                <a:spcPts val="600"/>
              </a:spcAft>
              <a:buClr>
                <a:schemeClr val="accent1"/>
              </a:buClr>
              <a:buSzTx/>
              <a:buFont typeface="Calibri" panose="020F0502020204030204" pitchFamily="34" charset="0"/>
              <a:buChar char="–"/>
              <a:tabLst/>
              <a:defRPr/>
            </a:lvl3pPr>
            <a:lvl4pPr marL="648000" marR="0" indent="-144000" algn="l" defTabSz="914400" rtl="0" eaLnBrk="1" fontAlgn="auto" latinLnBrk="0" hangingPunct="1">
              <a:lnSpc>
                <a:spcPct val="95000"/>
              </a:lnSpc>
              <a:spcBef>
                <a:spcPts val="300"/>
              </a:spcBef>
              <a:spcAft>
                <a:spcPts val="600"/>
              </a:spcAft>
              <a:buClr>
                <a:schemeClr val="accent1"/>
              </a:buClr>
              <a:buSzTx/>
              <a:buFont typeface="Calibri" panose="020F0502020204030204" pitchFamily="34" charset="0"/>
              <a:buChar char="–"/>
              <a:tabLst/>
              <a:defRPr/>
            </a:lvl4pPr>
            <a:lvl5pPr marL="792000" marR="0" indent="-144000" algn="l" defTabSz="914400" rtl="0" eaLnBrk="1" fontAlgn="auto" latinLnBrk="0" hangingPunct="1">
              <a:lnSpc>
                <a:spcPct val="95000"/>
              </a:lnSpc>
              <a:spcBef>
                <a:spcPts val="300"/>
              </a:spcBef>
              <a:spcAft>
                <a:spcPts val="600"/>
              </a:spcAft>
              <a:buClr>
                <a:schemeClr val="accent1"/>
              </a:buClr>
              <a:buSzTx/>
              <a:buFont typeface="Calibri" panose="020F0502020204030204" pitchFamily="34" charset="0"/>
              <a:buChar char="–"/>
              <a:tabLst/>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7" name="Content Placeholder 2">
            <a:extLst>
              <a:ext uri="{FF2B5EF4-FFF2-40B4-BE49-F238E27FC236}">
                <a16:creationId xmlns:a16="http://schemas.microsoft.com/office/drawing/2014/main" id="{096966B4-BF13-2584-7087-AF61FF06D2DA}"/>
              </a:ext>
            </a:extLst>
          </p:cNvPr>
          <p:cNvSpPr>
            <a:spLocks noGrp="1"/>
          </p:cNvSpPr>
          <p:nvPr>
            <p:ph idx="10"/>
          </p:nvPr>
        </p:nvSpPr>
        <p:spPr>
          <a:xfrm>
            <a:off x="4242290" y="1419909"/>
            <a:ext cx="3700800" cy="4577666"/>
          </a:xfrm>
          <a:prstGeom prst="rect">
            <a:avLst/>
          </a:prstGeom>
        </p:spPr>
        <p:txBody>
          <a:bodyPr/>
          <a:lstStyle>
            <a:lvl1pPr marL="216000" marR="0" indent="-216000" algn="l" defTabSz="914400" rtl="0" eaLnBrk="1" fontAlgn="auto" latinLnBrk="0" hangingPunct="1">
              <a:lnSpc>
                <a:spcPct val="95000"/>
              </a:lnSpc>
              <a:spcBef>
                <a:spcPts val="300"/>
              </a:spcBef>
              <a:spcAft>
                <a:spcPts val="400"/>
              </a:spcAft>
              <a:buClr>
                <a:schemeClr val="accent1"/>
              </a:buClr>
              <a:buSzTx/>
              <a:buFont typeface="Calibri" panose="020F0502020204030204" pitchFamily="34" charset="0"/>
              <a:buChar char="•"/>
              <a:tabLst/>
              <a:defRPr/>
            </a:lvl1pPr>
            <a:lvl2pPr marL="360000" marR="0" indent="-144000" algn="l" defTabSz="914400" rtl="0" eaLnBrk="1" fontAlgn="auto" latinLnBrk="0" hangingPunct="1">
              <a:lnSpc>
                <a:spcPct val="95000"/>
              </a:lnSpc>
              <a:spcBef>
                <a:spcPts val="300"/>
              </a:spcBef>
              <a:spcAft>
                <a:spcPts val="600"/>
              </a:spcAft>
              <a:buClr>
                <a:schemeClr val="accent1"/>
              </a:buClr>
              <a:buSzTx/>
              <a:buFont typeface="Calibri" panose="020F0502020204030204" pitchFamily="34" charset="0"/>
              <a:buChar char="–"/>
              <a:tabLst/>
              <a:defRPr/>
            </a:lvl2pPr>
            <a:lvl3pPr marL="504000" marR="0" indent="-144000" algn="l" defTabSz="914400" rtl="0" eaLnBrk="1" fontAlgn="auto" latinLnBrk="0" hangingPunct="1">
              <a:lnSpc>
                <a:spcPct val="95000"/>
              </a:lnSpc>
              <a:spcBef>
                <a:spcPts val="300"/>
              </a:spcBef>
              <a:spcAft>
                <a:spcPts val="600"/>
              </a:spcAft>
              <a:buClr>
                <a:schemeClr val="accent1"/>
              </a:buClr>
              <a:buSzTx/>
              <a:buFont typeface="Calibri" panose="020F0502020204030204" pitchFamily="34" charset="0"/>
              <a:buChar char="–"/>
              <a:tabLst/>
              <a:defRPr/>
            </a:lvl3pPr>
            <a:lvl4pPr marL="648000" marR="0" indent="-144000" algn="l" defTabSz="914400" rtl="0" eaLnBrk="1" fontAlgn="auto" latinLnBrk="0" hangingPunct="1">
              <a:lnSpc>
                <a:spcPct val="95000"/>
              </a:lnSpc>
              <a:spcBef>
                <a:spcPts val="300"/>
              </a:spcBef>
              <a:spcAft>
                <a:spcPts val="600"/>
              </a:spcAft>
              <a:buClr>
                <a:schemeClr val="accent1"/>
              </a:buClr>
              <a:buSzTx/>
              <a:buFont typeface="Calibri" panose="020F0502020204030204" pitchFamily="34" charset="0"/>
              <a:buChar char="–"/>
              <a:tabLst/>
              <a:defRPr/>
            </a:lvl4pPr>
            <a:lvl5pPr marL="792000" marR="0" indent="-144000" algn="l" defTabSz="914400" rtl="0" eaLnBrk="1" fontAlgn="auto" latinLnBrk="0" hangingPunct="1">
              <a:lnSpc>
                <a:spcPct val="95000"/>
              </a:lnSpc>
              <a:spcBef>
                <a:spcPts val="300"/>
              </a:spcBef>
              <a:spcAft>
                <a:spcPts val="600"/>
              </a:spcAft>
              <a:buClr>
                <a:schemeClr val="accent1"/>
              </a:buClr>
              <a:buSzTx/>
              <a:buFont typeface="Calibri" panose="020F0502020204030204" pitchFamily="34" charset="0"/>
              <a:buChar char="–"/>
              <a:tabLst/>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8" name="Content Placeholder 2">
            <a:extLst>
              <a:ext uri="{FF2B5EF4-FFF2-40B4-BE49-F238E27FC236}">
                <a16:creationId xmlns:a16="http://schemas.microsoft.com/office/drawing/2014/main" id="{CD6C70AC-AF90-A359-385D-D372D83AC6EC}"/>
              </a:ext>
            </a:extLst>
          </p:cNvPr>
          <p:cNvSpPr>
            <a:spLocks noGrp="1"/>
          </p:cNvSpPr>
          <p:nvPr>
            <p:ph idx="11"/>
          </p:nvPr>
        </p:nvSpPr>
        <p:spPr>
          <a:xfrm>
            <a:off x="8130045" y="1419909"/>
            <a:ext cx="3700800" cy="4577666"/>
          </a:xfrm>
          <a:prstGeom prst="rect">
            <a:avLst/>
          </a:prstGeom>
        </p:spPr>
        <p:txBody>
          <a:bodyPr/>
          <a:lstStyle>
            <a:lvl1pPr marL="216000" marR="0" indent="-216000" algn="l" defTabSz="914400" rtl="0" eaLnBrk="1" fontAlgn="auto" latinLnBrk="0" hangingPunct="1">
              <a:lnSpc>
                <a:spcPct val="95000"/>
              </a:lnSpc>
              <a:spcBef>
                <a:spcPts val="300"/>
              </a:spcBef>
              <a:spcAft>
                <a:spcPts val="400"/>
              </a:spcAft>
              <a:buClr>
                <a:schemeClr val="accent1"/>
              </a:buClr>
              <a:buSzTx/>
              <a:buFont typeface="Calibri" panose="020F0502020204030204" pitchFamily="34" charset="0"/>
              <a:buChar char="•"/>
              <a:tabLst/>
              <a:defRPr/>
            </a:lvl1pPr>
            <a:lvl2pPr marL="360000" marR="0" indent="-144000" algn="l" defTabSz="914400" rtl="0" eaLnBrk="1" fontAlgn="auto" latinLnBrk="0" hangingPunct="1">
              <a:lnSpc>
                <a:spcPct val="95000"/>
              </a:lnSpc>
              <a:spcBef>
                <a:spcPts val="300"/>
              </a:spcBef>
              <a:spcAft>
                <a:spcPts val="600"/>
              </a:spcAft>
              <a:buClr>
                <a:schemeClr val="accent1"/>
              </a:buClr>
              <a:buSzTx/>
              <a:buFont typeface="Calibri" panose="020F0502020204030204" pitchFamily="34" charset="0"/>
              <a:buChar char="–"/>
              <a:tabLst/>
              <a:defRPr/>
            </a:lvl2pPr>
            <a:lvl3pPr marL="504000" marR="0" indent="-144000" algn="l" defTabSz="914400" rtl="0" eaLnBrk="1" fontAlgn="auto" latinLnBrk="0" hangingPunct="1">
              <a:lnSpc>
                <a:spcPct val="95000"/>
              </a:lnSpc>
              <a:spcBef>
                <a:spcPts val="300"/>
              </a:spcBef>
              <a:spcAft>
                <a:spcPts val="600"/>
              </a:spcAft>
              <a:buClr>
                <a:schemeClr val="accent1"/>
              </a:buClr>
              <a:buSzTx/>
              <a:buFont typeface="Calibri" panose="020F0502020204030204" pitchFamily="34" charset="0"/>
              <a:buChar char="–"/>
              <a:tabLst/>
              <a:defRPr/>
            </a:lvl3pPr>
            <a:lvl4pPr marL="648000" marR="0" indent="-144000" algn="l" defTabSz="914400" rtl="0" eaLnBrk="1" fontAlgn="auto" latinLnBrk="0" hangingPunct="1">
              <a:lnSpc>
                <a:spcPct val="95000"/>
              </a:lnSpc>
              <a:spcBef>
                <a:spcPts val="300"/>
              </a:spcBef>
              <a:spcAft>
                <a:spcPts val="600"/>
              </a:spcAft>
              <a:buClr>
                <a:schemeClr val="accent1"/>
              </a:buClr>
              <a:buSzTx/>
              <a:buFont typeface="Calibri" panose="020F0502020204030204" pitchFamily="34" charset="0"/>
              <a:buChar char="–"/>
              <a:tabLst/>
              <a:defRPr/>
            </a:lvl4pPr>
            <a:lvl5pPr marL="792000" marR="0" indent="-144000" algn="l" defTabSz="914400" rtl="0" eaLnBrk="1" fontAlgn="auto" latinLnBrk="0" hangingPunct="1">
              <a:lnSpc>
                <a:spcPct val="95000"/>
              </a:lnSpc>
              <a:spcBef>
                <a:spcPts val="300"/>
              </a:spcBef>
              <a:spcAft>
                <a:spcPts val="600"/>
              </a:spcAft>
              <a:buClr>
                <a:schemeClr val="accent1"/>
              </a:buClr>
              <a:buSzTx/>
              <a:buFont typeface="Calibri" panose="020F0502020204030204" pitchFamily="34" charset="0"/>
              <a:buChar char="–"/>
              <a:tabLst/>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35878568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hree Contents - version 2">
    <p:bg>
      <p:bgPr>
        <a:blipFill dpi="0" rotWithShape="1">
          <a:blip r:embed="rId2">
            <a:alphaModFix amt="35000"/>
            <a:lum/>
          </a:blip>
          <a:srcRect/>
          <a:stretch>
            <a:fillRect/>
          </a:stretch>
        </a:blipFill>
        <a:effectLst/>
      </p:bgPr>
    </p:bg>
    <p:spTree>
      <p:nvGrpSpPr>
        <p:cNvPr id="1" name=""/>
        <p:cNvGrpSpPr/>
        <p:nvPr/>
      </p:nvGrpSpPr>
      <p:grpSpPr>
        <a:xfrm>
          <a:off x="0" y="0"/>
          <a:ext cx="0" cy="0"/>
          <a:chOff x="0" y="0"/>
          <a:chExt cx="0" cy="0"/>
        </a:xfrm>
      </p:grpSpPr>
      <p:sp>
        <p:nvSpPr>
          <p:cNvPr id="14" name="Content Placeholder 2">
            <a:extLst>
              <a:ext uri="{FF2B5EF4-FFF2-40B4-BE49-F238E27FC236}">
                <a16:creationId xmlns:a16="http://schemas.microsoft.com/office/drawing/2014/main" id="{29AF4AA3-BF4E-4E58-A98B-459E5414BF18}"/>
              </a:ext>
            </a:extLst>
          </p:cNvPr>
          <p:cNvSpPr>
            <a:spLocks noGrp="1"/>
          </p:cNvSpPr>
          <p:nvPr>
            <p:ph idx="13"/>
          </p:nvPr>
        </p:nvSpPr>
        <p:spPr>
          <a:xfrm>
            <a:off x="6188075" y="1412875"/>
            <a:ext cx="5648229" cy="2196000"/>
          </a:xfrm>
          <a:prstGeom prst="rect">
            <a:avLst/>
          </a:prstGeom>
        </p:spPr>
        <p:txBody>
          <a:bodyPr/>
          <a:lstStyle>
            <a:lvl1pPr marL="216000" marR="0" indent="-216000" algn="l" defTabSz="914400" rtl="0" eaLnBrk="1" fontAlgn="auto" latinLnBrk="0" hangingPunct="1">
              <a:lnSpc>
                <a:spcPct val="95000"/>
              </a:lnSpc>
              <a:spcBef>
                <a:spcPts val="300"/>
              </a:spcBef>
              <a:spcAft>
                <a:spcPts val="400"/>
              </a:spcAft>
              <a:buClr>
                <a:schemeClr val="accent1"/>
              </a:buClr>
              <a:buSzTx/>
              <a:buFont typeface="Calibri" panose="020F0502020204030204" pitchFamily="34" charset="0"/>
              <a:buChar char="•"/>
              <a:tabLst/>
              <a:defRPr/>
            </a:lvl1pPr>
            <a:lvl2pPr marL="360000" marR="0" indent="-144000" algn="l" defTabSz="914400" rtl="0" eaLnBrk="1" fontAlgn="auto" latinLnBrk="0" hangingPunct="1">
              <a:lnSpc>
                <a:spcPct val="95000"/>
              </a:lnSpc>
              <a:spcBef>
                <a:spcPts val="300"/>
              </a:spcBef>
              <a:spcAft>
                <a:spcPts val="600"/>
              </a:spcAft>
              <a:buClr>
                <a:schemeClr val="accent1"/>
              </a:buClr>
              <a:buSzTx/>
              <a:buFont typeface="Calibri" panose="020F0502020204030204" pitchFamily="34" charset="0"/>
              <a:buChar char="–"/>
              <a:tabLst/>
              <a:defRPr/>
            </a:lvl2pPr>
            <a:lvl3pPr marL="504000" marR="0" indent="-144000" algn="l" defTabSz="914400" rtl="0" eaLnBrk="1" fontAlgn="auto" latinLnBrk="0" hangingPunct="1">
              <a:lnSpc>
                <a:spcPct val="95000"/>
              </a:lnSpc>
              <a:spcBef>
                <a:spcPts val="300"/>
              </a:spcBef>
              <a:spcAft>
                <a:spcPts val="600"/>
              </a:spcAft>
              <a:buClr>
                <a:schemeClr val="accent1"/>
              </a:buClr>
              <a:buSzTx/>
              <a:buFont typeface="Calibri" panose="020F0502020204030204" pitchFamily="34" charset="0"/>
              <a:buChar char="–"/>
              <a:tabLst/>
              <a:defRPr/>
            </a:lvl3pPr>
            <a:lvl4pPr marL="648000" marR="0" indent="-144000" algn="l" defTabSz="914400" rtl="0" eaLnBrk="1" fontAlgn="auto" latinLnBrk="0" hangingPunct="1">
              <a:lnSpc>
                <a:spcPct val="95000"/>
              </a:lnSpc>
              <a:spcBef>
                <a:spcPts val="300"/>
              </a:spcBef>
              <a:spcAft>
                <a:spcPts val="600"/>
              </a:spcAft>
              <a:buClr>
                <a:schemeClr val="accent1"/>
              </a:buClr>
              <a:buSzTx/>
              <a:buFont typeface="Calibri" panose="020F0502020204030204" pitchFamily="34" charset="0"/>
              <a:buChar char="–"/>
              <a:tabLst/>
              <a:defRPr/>
            </a:lvl4pPr>
            <a:lvl5pPr marL="792000" marR="0" indent="-144000" algn="l" defTabSz="914400" rtl="0" eaLnBrk="1" fontAlgn="auto" latinLnBrk="0" hangingPunct="1">
              <a:lnSpc>
                <a:spcPct val="95000"/>
              </a:lnSpc>
              <a:spcBef>
                <a:spcPts val="300"/>
              </a:spcBef>
              <a:spcAft>
                <a:spcPts val="600"/>
              </a:spcAft>
              <a:buClr>
                <a:schemeClr val="accent1"/>
              </a:buClr>
              <a:buSzTx/>
              <a:buFont typeface="Calibri" panose="020F0502020204030204" pitchFamily="34" charset="0"/>
              <a:buChar char="–"/>
              <a:tabLst/>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5" name="Content Placeholder 2">
            <a:extLst>
              <a:ext uri="{FF2B5EF4-FFF2-40B4-BE49-F238E27FC236}">
                <a16:creationId xmlns:a16="http://schemas.microsoft.com/office/drawing/2014/main" id="{AE6335D6-10EE-4312-850E-C74CE43D14F8}"/>
              </a:ext>
            </a:extLst>
          </p:cNvPr>
          <p:cNvSpPr>
            <a:spLocks noGrp="1"/>
          </p:cNvSpPr>
          <p:nvPr>
            <p:ph idx="14"/>
          </p:nvPr>
        </p:nvSpPr>
        <p:spPr>
          <a:xfrm>
            <a:off x="6188075" y="3788874"/>
            <a:ext cx="5648229" cy="2196000"/>
          </a:xfrm>
          <a:prstGeom prst="rect">
            <a:avLst/>
          </a:prstGeom>
        </p:spPr>
        <p:txBody>
          <a:bodyPr/>
          <a:lstStyle>
            <a:lvl1pPr marL="216000" marR="0" indent="-216000" algn="l" defTabSz="914400" rtl="0" eaLnBrk="1" fontAlgn="auto" latinLnBrk="0" hangingPunct="1">
              <a:lnSpc>
                <a:spcPct val="95000"/>
              </a:lnSpc>
              <a:spcBef>
                <a:spcPts val="300"/>
              </a:spcBef>
              <a:spcAft>
                <a:spcPts val="400"/>
              </a:spcAft>
              <a:buClr>
                <a:schemeClr val="accent1"/>
              </a:buClr>
              <a:buSzTx/>
              <a:buFont typeface="Calibri" panose="020F0502020204030204" pitchFamily="34" charset="0"/>
              <a:buChar char="•"/>
              <a:tabLst/>
              <a:defRPr/>
            </a:lvl1pPr>
            <a:lvl2pPr marL="360000" marR="0" indent="-144000" algn="l" defTabSz="914400" rtl="0" eaLnBrk="1" fontAlgn="auto" latinLnBrk="0" hangingPunct="1">
              <a:lnSpc>
                <a:spcPct val="95000"/>
              </a:lnSpc>
              <a:spcBef>
                <a:spcPts val="300"/>
              </a:spcBef>
              <a:spcAft>
                <a:spcPts val="600"/>
              </a:spcAft>
              <a:buClr>
                <a:schemeClr val="accent1"/>
              </a:buClr>
              <a:buSzTx/>
              <a:buFont typeface="Calibri" panose="020F0502020204030204" pitchFamily="34" charset="0"/>
              <a:buChar char="–"/>
              <a:tabLst/>
              <a:defRPr/>
            </a:lvl2pPr>
            <a:lvl3pPr marL="504000" marR="0" indent="-144000" algn="l" defTabSz="914400" rtl="0" eaLnBrk="1" fontAlgn="auto" latinLnBrk="0" hangingPunct="1">
              <a:lnSpc>
                <a:spcPct val="95000"/>
              </a:lnSpc>
              <a:spcBef>
                <a:spcPts val="300"/>
              </a:spcBef>
              <a:spcAft>
                <a:spcPts val="600"/>
              </a:spcAft>
              <a:buClr>
                <a:schemeClr val="accent1"/>
              </a:buClr>
              <a:buSzTx/>
              <a:buFont typeface="Calibri" panose="020F0502020204030204" pitchFamily="34" charset="0"/>
              <a:buChar char="–"/>
              <a:tabLst/>
              <a:defRPr/>
            </a:lvl3pPr>
            <a:lvl4pPr marL="648000" marR="0" indent="-144000" algn="l" defTabSz="914400" rtl="0" eaLnBrk="1" fontAlgn="auto" latinLnBrk="0" hangingPunct="1">
              <a:lnSpc>
                <a:spcPct val="95000"/>
              </a:lnSpc>
              <a:spcBef>
                <a:spcPts val="300"/>
              </a:spcBef>
              <a:spcAft>
                <a:spcPts val="600"/>
              </a:spcAft>
              <a:buClr>
                <a:schemeClr val="accent1"/>
              </a:buClr>
              <a:buSzTx/>
              <a:buFont typeface="Calibri" panose="020F0502020204030204" pitchFamily="34" charset="0"/>
              <a:buChar char="–"/>
              <a:tabLst/>
              <a:defRPr/>
            </a:lvl4pPr>
            <a:lvl5pPr marL="792000" marR="0" indent="-144000" algn="l" defTabSz="914400" rtl="0" eaLnBrk="1" fontAlgn="auto" latinLnBrk="0" hangingPunct="1">
              <a:lnSpc>
                <a:spcPct val="95000"/>
              </a:lnSpc>
              <a:spcBef>
                <a:spcPts val="300"/>
              </a:spcBef>
              <a:spcAft>
                <a:spcPts val="600"/>
              </a:spcAft>
              <a:buClr>
                <a:schemeClr val="accent1"/>
              </a:buClr>
              <a:buSzTx/>
              <a:buFont typeface="Calibri" panose="020F0502020204030204" pitchFamily="34" charset="0"/>
              <a:buChar char="–"/>
              <a:tabLst/>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3" name="Title Placeholder 1">
            <a:extLst>
              <a:ext uri="{FF2B5EF4-FFF2-40B4-BE49-F238E27FC236}">
                <a16:creationId xmlns:a16="http://schemas.microsoft.com/office/drawing/2014/main" id="{1879340F-A91E-793B-DB2C-E6319A106949}"/>
              </a:ext>
            </a:extLst>
          </p:cNvPr>
          <p:cNvSpPr>
            <a:spLocks noGrp="1"/>
          </p:cNvSpPr>
          <p:nvPr>
            <p:ph type="title"/>
          </p:nvPr>
        </p:nvSpPr>
        <p:spPr>
          <a:xfrm>
            <a:off x="348314" y="476250"/>
            <a:ext cx="11480800" cy="684214"/>
          </a:xfrm>
          <a:prstGeom prst="rect">
            <a:avLst/>
          </a:prstGeom>
        </p:spPr>
        <p:txBody>
          <a:bodyPr vert="horz" lIns="0" tIns="0" rIns="0" bIns="0" rtlCol="0" anchor="t" anchorCtr="0">
            <a:noAutofit/>
          </a:bodyPr>
          <a:lstStyle/>
          <a:p>
            <a:r>
              <a:rPr lang="en-US" noProof="0" dirty="0"/>
              <a:t>Click to edit Master title style</a:t>
            </a:r>
          </a:p>
        </p:txBody>
      </p:sp>
      <p:sp>
        <p:nvSpPr>
          <p:cNvPr id="4" name="Content Placeholder 2">
            <a:extLst>
              <a:ext uri="{FF2B5EF4-FFF2-40B4-BE49-F238E27FC236}">
                <a16:creationId xmlns:a16="http://schemas.microsoft.com/office/drawing/2014/main" id="{A2C2C05F-BE7E-FCC8-E4F1-534D47BA6E0D}"/>
              </a:ext>
            </a:extLst>
          </p:cNvPr>
          <p:cNvSpPr>
            <a:spLocks noGrp="1"/>
          </p:cNvSpPr>
          <p:nvPr>
            <p:ph idx="1"/>
          </p:nvPr>
        </p:nvSpPr>
        <p:spPr>
          <a:xfrm>
            <a:off x="348314" y="1419909"/>
            <a:ext cx="5648400" cy="4577666"/>
          </a:xfrm>
          <a:prstGeom prst="rect">
            <a:avLst/>
          </a:prstGeom>
        </p:spPr>
        <p:txBody>
          <a:bodyPr/>
          <a:lstStyle>
            <a:lvl1pPr marL="216000" marR="0" indent="-216000" algn="l" defTabSz="914400" rtl="0" eaLnBrk="1" fontAlgn="auto" latinLnBrk="0" hangingPunct="1">
              <a:lnSpc>
                <a:spcPct val="95000"/>
              </a:lnSpc>
              <a:spcBef>
                <a:spcPts val="300"/>
              </a:spcBef>
              <a:spcAft>
                <a:spcPts val="400"/>
              </a:spcAft>
              <a:buClr>
                <a:schemeClr val="accent1"/>
              </a:buClr>
              <a:buSzTx/>
              <a:buFont typeface="Calibri" panose="020F0502020204030204" pitchFamily="34" charset="0"/>
              <a:buChar char="•"/>
              <a:tabLst/>
              <a:defRPr/>
            </a:lvl1pPr>
            <a:lvl2pPr marL="360000" marR="0" indent="-144000" algn="l" defTabSz="914400" rtl="0" eaLnBrk="1" fontAlgn="auto" latinLnBrk="0" hangingPunct="1">
              <a:lnSpc>
                <a:spcPct val="95000"/>
              </a:lnSpc>
              <a:spcBef>
                <a:spcPts val="300"/>
              </a:spcBef>
              <a:spcAft>
                <a:spcPts val="600"/>
              </a:spcAft>
              <a:buClr>
                <a:schemeClr val="accent1"/>
              </a:buClr>
              <a:buSzTx/>
              <a:buFont typeface="Calibri" panose="020F0502020204030204" pitchFamily="34" charset="0"/>
              <a:buChar char="–"/>
              <a:tabLst/>
              <a:defRPr/>
            </a:lvl2pPr>
            <a:lvl3pPr marL="504000" marR="0" indent="-144000" algn="l" defTabSz="914400" rtl="0" eaLnBrk="1" fontAlgn="auto" latinLnBrk="0" hangingPunct="1">
              <a:lnSpc>
                <a:spcPct val="95000"/>
              </a:lnSpc>
              <a:spcBef>
                <a:spcPts val="300"/>
              </a:spcBef>
              <a:spcAft>
                <a:spcPts val="600"/>
              </a:spcAft>
              <a:buClr>
                <a:schemeClr val="accent1"/>
              </a:buClr>
              <a:buSzTx/>
              <a:buFont typeface="Calibri" panose="020F0502020204030204" pitchFamily="34" charset="0"/>
              <a:buChar char="–"/>
              <a:tabLst/>
              <a:defRPr/>
            </a:lvl3pPr>
            <a:lvl4pPr marL="648000" marR="0" indent="-144000" algn="l" defTabSz="914400" rtl="0" eaLnBrk="1" fontAlgn="auto" latinLnBrk="0" hangingPunct="1">
              <a:lnSpc>
                <a:spcPct val="95000"/>
              </a:lnSpc>
              <a:spcBef>
                <a:spcPts val="300"/>
              </a:spcBef>
              <a:spcAft>
                <a:spcPts val="600"/>
              </a:spcAft>
              <a:buClr>
                <a:schemeClr val="accent1"/>
              </a:buClr>
              <a:buSzTx/>
              <a:buFont typeface="Calibri" panose="020F0502020204030204" pitchFamily="34" charset="0"/>
              <a:buChar char="–"/>
              <a:tabLst/>
              <a:defRPr/>
            </a:lvl4pPr>
            <a:lvl5pPr marL="792000" marR="0" indent="-144000" algn="l" defTabSz="914400" rtl="0" eaLnBrk="1" fontAlgn="auto" latinLnBrk="0" hangingPunct="1">
              <a:lnSpc>
                <a:spcPct val="95000"/>
              </a:lnSpc>
              <a:spcBef>
                <a:spcPts val="300"/>
              </a:spcBef>
              <a:spcAft>
                <a:spcPts val="600"/>
              </a:spcAft>
              <a:buClr>
                <a:schemeClr val="accent1"/>
              </a:buClr>
              <a:buSzTx/>
              <a:buFont typeface="Calibri" panose="020F0502020204030204" pitchFamily="34" charset="0"/>
              <a:buChar char="–"/>
              <a:tabLst/>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15358134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hree Contents - version 3">
    <p:bg>
      <p:bgPr>
        <a:blipFill dpi="0" rotWithShape="1">
          <a:blip r:embed="rId2">
            <a:alphaModFix amt="35000"/>
            <a:lum/>
          </a:blip>
          <a:srcRect/>
          <a:stretch>
            <a:fillRect/>
          </a:stretch>
        </a:blipFill>
        <a:effectLst/>
      </p:bgPr>
    </p:bg>
    <p:spTree>
      <p:nvGrpSpPr>
        <p:cNvPr id="1" name=""/>
        <p:cNvGrpSpPr/>
        <p:nvPr/>
      </p:nvGrpSpPr>
      <p:grpSpPr>
        <a:xfrm>
          <a:off x="0" y="0"/>
          <a:ext cx="0" cy="0"/>
          <a:chOff x="0" y="0"/>
          <a:chExt cx="0" cy="0"/>
        </a:xfrm>
      </p:grpSpPr>
      <p:sp>
        <p:nvSpPr>
          <p:cNvPr id="6" name="Content Placeholder 2">
            <a:extLst>
              <a:ext uri="{FF2B5EF4-FFF2-40B4-BE49-F238E27FC236}">
                <a16:creationId xmlns:a16="http://schemas.microsoft.com/office/drawing/2014/main" id="{FD2B6EB0-1257-0B88-6CEA-A907F527CBDB}"/>
              </a:ext>
            </a:extLst>
          </p:cNvPr>
          <p:cNvSpPr>
            <a:spLocks noGrp="1"/>
          </p:cNvSpPr>
          <p:nvPr>
            <p:ph idx="15"/>
          </p:nvPr>
        </p:nvSpPr>
        <p:spPr>
          <a:xfrm>
            <a:off x="348314" y="1419909"/>
            <a:ext cx="5648400" cy="2196000"/>
          </a:xfrm>
          <a:prstGeom prst="rect">
            <a:avLst/>
          </a:prstGeom>
        </p:spPr>
        <p:txBody>
          <a:bodyPr/>
          <a:lstStyle>
            <a:lvl1pPr marL="216000" marR="0" indent="-216000" algn="l" defTabSz="914400" rtl="0" eaLnBrk="1" fontAlgn="auto" latinLnBrk="0" hangingPunct="1">
              <a:lnSpc>
                <a:spcPct val="95000"/>
              </a:lnSpc>
              <a:spcBef>
                <a:spcPts val="300"/>
              </a:spcBef>
              <a:spcAft>
                <a:spcPts val="400"/>
              </a:spcAft>
              <a:buClr>
                <a:schemeClr val="accent1"/>
              </a:buClr>
              <a:buSzTx/>
              <a:buFont typeface="Calibri" panose="020F0502020204030204" pitchFamily="34" charset="0"/>
              <a:buChar char="•"/>
              <a:tabLst/>
              <a:defRPr/>
            </a:lvl1pPr>
            <a:lvl2pPr marL="360000" marR="0" indent="-144000" algn="l" defTabSz="914400" rtl="0" eaLnBrk="1" fontAlgn="auto" latinLnBrk="0" hangingPunct="1">
              <a:lnSpc>
                <a:spcPct val="95000"/>
              </a:lnSpc>
              <a:spcBef>
                <a:spcPts val="300"/>
              </a:spcBef>
              <a:spcAft>
                <a:spcPts val="600"/>
              </a:spcAft>
              <a:buClr>
                <a:schemeClr val="accent1"/>
              </a:buClr>
              <a:buSzTx/>
              <a:buFont typeface="Calibri" panose="020F0502020204030204" pitchFamily="34" charset="0"/>
              <a:buChar char="–"/>
              <a:tabLst/>
              <a:defRPr/>
            </a:lvl2pPr>
            <a:lvl3pPr marL="504000" marR="0" indent="-144000" algn="l" defTabSz="914400" rtl="0" eaLnBrk="1" fontAlgn="auto" latinLnBrk="0" hangingPunct="1">
              <a:lnSpc>
                <a:spcPct val="95000"/>
              </a:lnSpc>
              <a:spcBef>
                <a:spcPts val="300"/>
              </a:spcBef>
              <a:spcAft>
                <a:spcPts val="600"/>
              </a:spcAft>
              <a:buClr>
                <a:schemeClr val="accent1"/>
              </a:buClr>
              <a:buSzTx/>
              <a:buFont typeface="Calibri" panose="020F0502020204030204" pitchFamily="34" charset="0"/>
              <a:buChar char="–"/>
              <a:tabLst/>
              <a:defRPr/>
            </a:lvl3pPr>
            <a:lvl4pPr marL="648000" marR="0" indent="-144000" algn="l" defTabSz="914400" rtl="0" eaLnBrk="1" fontAlgn="auto" latinLnBrk="0" hangingPunct="1">
              <a:lnSpc>
                <a:spcPct val="95000"/>
              </a:lnSpc>
              <a:spcBef>
                <a:spcPts val="300"/>
              </a:spcBef>
              <a:spcAft>
                <a:spcPts val="600"/>
              </a:spcAft>
              <a:buClr>
                <a:schemeClr val="accent1"/>
              </a:buClr>
              <a:buSzTx/>
              <a:buFont typeface="Calibri" panose="020F0502020204030204" pitchFamily="34" charset="0"/>
              <a:buChar char="–"/>
              <a:tabLst/>
              <a:defRPr/>
            </a:lvl4pPr>
            <a:lvl5pPr marL="792000" marR="0" indent="-144000" algn="l" defTabSz="914400" rtl="0" eaLnBrk="1" fontAlgn="auto" latinLnBrk="0" hangingPunct="1">
              <a:lnSpc>
                <a:spcPct val="95000"/>
              </a:lnSpc>
              <a:spcBef>
                <a:spcPts val="300"/>
              </a:spcBef>
              <a:spcAft>
                <a:spcPts val="600"/>
              </a:spcAft>
              <a:buClr>
                <a:schemeClr val="accent1"/>
              </a:buClr>
              <a:buSzTx/>
              <a:buFont typeface="Calibri" panose="020F0502020204030204" pitchFamily="34" charset="0"/>
              <a:buChar char="–"/>
              <a:tabLst/>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3" name="Title Placeholder 1">
            <a:extLst>
              <a:ext uri="{FF2B5EF4-FFF2-40B4-BE49-F238E27FC236}">
                <a16:creationId xmlns:a16="http://schemas.microsoft.com/office/drawing/2014/main" id="{C25A15FD-FCFE-41A1-C6B5-5CE0B91372C2}"/>
              </a:ext>
            </a:extLst>
          </p:cNvPr>
          <p:cNvSpPr>
            <a:spLocks noGrp="1"/>
          </p:cNvSpPr>
          <p:nvPr>
            <p:ph type="title"/>
          </p:nvPr>
        </p:nvSpPr>
        <p:spPr>
          <a:xfrm>
            <a:off x="348314" y="476250"/>
            <a:ext cx="11480800" cy="684214"/>
          </a:xfrm>
          <a:prstGeom prst="rect">
            <a:avLst/>
          </a:prstGeom>
        </p:spPr>
        <p:txBody>
          <a:bodyPr vert="horz" lIns="0" tIns="0" rIns="0" bIns="0" rtlCol="0" anchor="t" anchorCtr="0">
            <a:noAutofit/>
          </a:bodyPr>
          <a:lstStyle/>
          <a:p>
            <a:r>
              <a:rPr lang="en-US" noProof="0" dirty="0"/>
              <a:t>Click to edit Master title style</a:t>
            </a:r>
          </a:p>
        </p:txBody>
      </p:sp>
      <p:sp>
        <p:nvSpPr>
          <p:cNvPr id="7" name="Content Placeholder 2">
            <a:extLst>
              <a:ext uri="{FF2B5EF4-FFF2-40B4-BE49-F238E27FC236}">
                <a16:creationId xmlns:a16="http://schemas.microsoft.com/office/drawing/2014/main" id="{26B50135-6C53-A72F-F914-BC2FE80FC5BE}"/>
              </a:ext>
            </a:extLst>
          </p:cNvPr>
          <p:cNvSpPr>
            <a:spLocks noGrp="1"/>
          </p:cNvSpPr>
          <p:nvPr>
            <p:ph idx="16"/>
          </p:nvPr>
        </p:nvSpPr>
        <p:spPr>
          <a:xfrm>
            <a:off x="348314" y="3777909"/>
            <a:ext cx="5648400" cy="2219666"/>
          </a:xfrm>
          <a:prstGeom prst="rect">
            <a:avLst/>
          </a:prstGeom>
        </p:spPr>
        <p:txBody>
          <a:bodyPr/>
          <a:lstStyle>
            <a:lvl1pPr marL="216000" marR="0" indent="-216000" algn="l" defTabSz="914400" rtl="0" eaLnBrk="1" fontAlgn="auto" latinLnBrk="0" hangingPunct="1">
              <a:lnSpc>
                <a:spcPct val="95000"/>
              </a:lnSpc>
              <a:spcBef>
                <a:spcPts val="300"/>
              </a:spcBef>
              <a:spcAft>
                <a:spcPts val="400"/>
              </a:spcAft>
              <a:buClr>
                <a:schemeClr val="accent1"/>
              </a:buClr>
              <a:buSzTx/>
              <a:buFont typeface="Calibri" panose="020F0502020204030204" pitchFamily="34" charset="0"/>
              <a:buChar char="•"/>
              <a:tabLst/>
              <a:defRPr/>
            </a:lvl1pPr>
            <a:lvl2pPr marL="360000" marR="0" indent="-144000" algn="l" defTabSz="914400" rtl="0" eaLnBrk="1" fontAlgn="auto" latinLnBrk="0" hangingPunct="1">
              <a:lnSpc>
                <a:spcPct val="95000"/>
              </a:lnSpc>
              <a:spcBef>
                <a:spcPts val="300"/>
              </a:spcBef>
              <a:spcAft>
                <a:spcPts val="600"/>
              </a:spcAft>
              <a:buClr>
                <a:schemeClr val="accent1"/>
              </a:buClr>
              <a:buSzTx/>
              <a:buFont typeface="Calibri" panose="020F0502020204030204" pitchFamily="34" charset="0"/>
              <a:buChar char="–"/>
              <a:tabLst/>
              <a:defRPr/>
            </a:lvl2pPr>
            <a:lvl3pPr marL="504000" marR="0" indent="-144000" algn="l" defTabSz="914400" rtl="0" eaLnBrk="1" fontAlgn="auto" latinLnBrk="0" hangingPunct="1">
              <a:lnSpc>
                <a:spcPct val="95000"/>
              </a:lnSpc>
              <a:spcBef>
                <a:spcPts val="300"/>
              </a:spcBef>
              <a:spcAft>
                <a:spcPts val="600"/>
              </a:spcAft>
              <a:buClr>
                <a:schemeClr val="accent1"/>
              </a:buClr>
              <a:buSzTx/>
              <a:buFont typeface="Calibri" panose="020F0502020204030204" pitchFamily="34" charset="0"/>
              <a:buChar char="–"/>
              <a:tabLst/>
              <a:defRPr/>
            </a:lvl3pPr>
            <a:lvl4pPr marL="648000" marR="0" indent="-144000" algn="l" defTabSz="914400" rtl="0" eaLnBrk="1" fontAlgn="auto" latinLnBrk="0" hangingPunct="1">
              <a:lnSpc>
                <a:spcPct val="95000"/>
              </a:lnSpc>
              <a:spcBef>
                <a:spcPts val="300"/>
              </a:spcBef>
              <a:spcAft>
                <a:spcPts val="600"/>
              </a:spcAft>
              <a:buClr>
                <a:schemeClr val="accent1"/>
              </a:buClr>
              <a:buSzTx/>
              <a:buFont typeface="Calibri" panose="020F0502020204030204" pitchFamily="34" charset="0"/>
              <a:buChar char="–"/>
              <a:tabLst/>
              <a:defRPr/>
            </a:lvl4pPr>
            <a:lvl5pPr marL="792000" marR="0" indent="-144000" algn="l" defTabSz="914400" rtl="0" eaLnBrk="1" fontAlgn="auto" latinLnBrk="0" hangingPunct="1">
              <a:lnSpc>
                <a:spcPct val="95000"/>
              </a:lnSpc>
              <a:spcBef>
                <a:spcPts val="300"/>
              </a:spcBef>
              <a:spcAft>
                <a:spcPts val="600"/>
              </a:spcAft>
              <a:buClr>
                <a:schemeClr val="accent1"/>
              </a:buClr>
              <a:buSzTx/>
              <a:buFont typeface="Calibri" panose="020F0502020204030204" pitchFamily="34" charset="0"/>
              <a:buChar char="–"/>
              <a:tabLst/>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8" name="Content Placeholder 2">
            <a:extLst>
              <a:ext uri="{FF2B5EF4-FFF2-40B4-BE49-F238E27FC236}">
                <a16:creationId xmlns:a16="http://schemas.microsoft.com/office/drawing/2014/main" id="{8D553A3B-2E82-66B7-1344-9CE126DC630F}"/>
              </a:ext>
            </a:extLst>
          </p:cNvPr>
          <p:cNvSpPr>
            <a:spLocks noGrp="1"/>
          </p:cNvSpPr>
          <p:nvPr>
            <p:ph idx="13"/>
          </p:nvPr>
        </p:nvSpPr>
        <p:spPr>
          <a:xfrm>
            <a:off x="6188075" y="1412875"/>
            <a:ext cx="5648229" cy="4579200"/>
          </a:xfrm>
          <a:prstGeom prst="rect">
            <a:avLst/>
          </a:prstGeom>
        </p:spPr>
        <p:txBody>
          <a:bodyPr/>
          <a:lstStyle>
            <a:lvl1pPr marL="216000" marR="0" indent="-216000" algn="l" defTabSz="914400" rtl="0" eaLnBrk="1" fontAlgn="auto" latinLnBrk="0" hangingPunct="1">
              <a:lnSpc>
                <a:spcPct val="95000"/>
              </a:lnSpc>
              <a:spcBef>
                <a:spcPts val="300"/>
              </a:spcBef>
              <a:spcAft>
                <a:spcPts val="400"/>
              </a:spcAft>
              <a:buClr>
                <a:schemeClr val="accent1"/>
              </a:buClr>
              <a:buSzTx/>
              <a:buFont typeface="Calibri" panose="020F0502020204030204" pitchFamily="34" charset="0"/>
              <a:buChar char="•"/>
              <a:tabLst/>
              <a:defRPr/>
            </a:lvl1pPr>
            <a:lvl2pPr marL="360000" marR="0" indent="-144000" algn="l" defTabSz="914400" rtl="0" eaLnBrk="1" fontAlgn="auto" latinLnBrk="0" hangingPunct="1">
              <a:lnSpc>
                <a:spcPct val="95000"/>
              </a:lnSpc>
              <a:spcBef>
                <a:spcPts val="300"/>
              </a:spcBef>
              <a:spcAft>
                <a:spcPts val="600"/>
              </a:spcAft>
              <a:buClr>
                <a:schemeClr val="accent1"/>
              </a:buClr>
              <a:buSzTx/>
              <a:buFont typeface="Calibri" panose="020F0502020204030204" pitchFamily="34" charset="0"/>
              <a:buChar char="–"/>
              <a:tabLst/>
              <a:defRPr/>
            </a:lvl2pPr>
            <a:lvl3pPr marL="504000" marR="0" indent="-144000" algn="l" defTabSz="914400" rtl="0" eaLnBrk="1" fontAlgn="auto" latinLnBrk="0" hangingPunct="1">
              <a:lnSpc>
                <a:spcPct val="95000"/>
              </a:lnSpc>
              <a:spcBef>
                <a:spcPts val="300"/>
              </a:spcBef>
              <a:spcAft>
                <a:spcPts val="600"/>
              </a:spcAft>
              <a:buClr>
                <a:schemeClr val="accent1"/>
              </a:buClr>
              <a:buSzTx/>
              <a:buFont typeface="Calibri" panose="020F0502020204030204" pitchFamily="34" charset="0"/>
              <a:buChar char="–"/>
              <a:tabLst/>
              <a:defRPr/>
            </a:lvl3pPr>
            <a:lvl4pPr marL="648000" marR="0" indent="-144000" algn="l" defTabSz="914400" rtl="0" eaLnBrk="1" fontAlgn="auto" latinLnBrk="0" hangingPunct="1">
              <a:lnSpc>
                <a:spcPct val="95000"/>
              </a:lnSpc>
              <a:spcBef>
                <a:spcPts val="300"/>
              </a:spcBef>
              <a:spcAft>
                <a:spcPts val="600"/>
              </a:spcAft>
              <a:buClr>
                <a:schemeClr val="accent1"/>
              </a:buClr>
              <a:buSzTx/>
              <a:buFont typeface="Calibri" panose="020F0502020204030204" pitchFamily="34" charset="0"/>
              <a:buChar char="–"/>
              <a:tabLst/>
              <a:defRPr/>
            </a:lvl4pPr>
            <a:lvl5pPr marL="792000" marR="0" indent="-144000" algn="l" defTabSz="914400" rtl="0" eaLnBrk="1" fontAlgn="auto" latinLnBrk="0" hangingPunct="1">
              <a:lnSpc>
                <a:spcPct val="95000"/>
              </a:lnSpc>
              <a:spcBef>
                <a:spcPts val="300"/>
              </a:spcBef>
              <a:spcAft>
                <a:spcPts val="600"/>
              </a:spcAft>
              <a:buClr>
                <a:schemeClr val="accent1"/>
              </a:buClr>
              <a:buSzTx/>
              <a:buFont typeface="Calibri" panose="020F0502020204030204" pitchFamily="34" charset="0"/>
              <a:buChar char="–"/>
              <a:tabLst/>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410541620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hree Contents - version 4">
    <p:bg>
      <p:bgPr>
        <a:blipFill dpi="0" rotWithShape="1">
          <a:blip r:embed="rId2">
            <a:alphaModFix amt="35000"/>
            <a:lum/>
          </a:blip>
          <a:srcRect/>
          <a:stretch>
            <a:fillRect/>
          </a:stretch>
        </a:blipFill>
        <a:effectLst/>
      </p:bgPr>
    </p:bg>
    <p:spTree>
      <p:nvGrpSpPr>
        <p:cNvPr id="1" name=""/>
        <p:cNvGrpSpPr/>
        <p:nvPr/>
      </p:nvGrpSpPr>
      <p:grpSpPr>
        <a:xfrm>
          <a:off x="0" y="0"/>
          <a:ext cx="0" cy="0"/>
          <a:chOff x="0" y="0"/>
          <a:chExt cx="0" cy="0"/>
        </a:xfrm>
      </p:grpSpPr>
      <p:sp>
        <p:nvSpPr>
          <p:cNvPr id="3" name="Title Placeholder 1">
            <a:extLst>
              <a:ext uri="{FF2B5EF4-FFF2-40B4-BE49-F238E27FC236}">
                <a16:creationId xmlns:a16="http://schemas.microsoft.com/office/drawing/2014/main" id="{91222AB4-9340-5454-7108-89E9C3E75E77}"/>
              </a:ext>
            </a:extLst>
          </p:cNvPr>
          <p:cNvSpPr>
            <a:spLocks noGrp="1"/>
          </p:cNvSpPr>
          <p:nvPr>
            <p:ph type="title"/>
          </p:nvPr>
        </p:nvSpPr>
        <p:spPr>
          <a:xfrm>
            <a:off x="348314" y="476250"/>
            <a:ext cx="11480800" cy="684214"/>
          </a:xfrm>
          <a:prstGeom prst="rect">
            <a:avLst/>
          </a:prstGeom>
        </p:spPr>
        <p:txBody>
          <a:bodyPr vert="horz" lIns="0" tIns="0" rIns="0" bIns="0" rtlCol="0" anchor="t" anchorCtr="0">
            <a:noAutofit/>
          </a:bodyPr>
          <a:lstStyle/>
          <a:p>
            <a:r>
              <a:rPr lang="en-US" noProof="0" dirty="0"/>
              <a:t>Click to edit Master title style</a:t>
            </a:r>
          </a:p>
        </p:txBody>
      </p:sp>
      <p:sp>
        <p:nvSpPr>
          <p:cNvPr id="4" name="Content Placeholder 2">
            <a:extLst>
              <a:ext uri="{FF2B5EF4-FFF2-40B4-BE49-F238E27FC236}">
                <a16:creationId xmlns:a16="http://schemas.microsoft.com/office/drawing/2014/main" id="{D430803C-7B10-D218-299D-C6BE2C2AC02D}"/>
              </a:ext>
            </a:extLst>
          </p:cNvPr>
          <p:cNvSpPr>
            <a:spLocks noGrp="1"/>
          </p:cNvSpPr>
          <p:nvPr>
            <p:ph idx="1"/>
          </p:nvPr>
        </p:nvSpPr>
        <p:spPr>
          <a:xfrm>
            <a:off x="348314" y="1419909"/>
            <a:ext cx="11480800" cy="2196000"/>
          </a:xfrm>
          <a:prstGeom prst="rect">
            <a:avLst/>
          </a:prstGeom>
        </p:spPr>
        <p:txBody>
          <a:bodyPr/>
          <a:lstStyle>
            <a:lvl1pPr marL="216000" marR="0" indent="-216000" algn="l" defTabSz="914400" rtl="0" eaLnBrk="1" fontAlgn="auto" latinLnBrk="0" hangingPunct="1">
              <a:lnSpc>
                <a:spcPct val="95000"/>
              </a:lnSpc>
              <a:spcBef>
                <a:spcPts val="300"/>
              </a:spcBef>
              <a:spcAft>
                <a:spcPts val="400"/>
              </a:spcAft>
              <a:buClr>
                <a:schemeClr val="accent1"/>
              </a:buClr>
              <a:buSzTx/>
              <a:buFont typeface="Calibri" panose="020F0502020204030204" pitchFamily="34" charset="0"/>
              <a:buChar char="•"/>
              <a:tabLst/>
              <a:defRPr/>
            </a:lvl1pPr>
            <a:lvl2pPr marL="360000" marR="0" indent="-144000" algn="l" defTabSz="914400" rtl="0" eaLnBrk="1" fontAlgn="auto" latinLnBrk="0" hangingPunct="1">
              <a:lnSpc>
                <a:spcPct val="95000"/>
              </a:lnSpc>
              <a:spcBef>
                <a:spcPts val="300"/>
              </a:spcBef>
              <a:spcAft>
                <a:spcPts val="600"/>
              </a:spcAft>
              <a:buClr>
                <a:schemeClr val="accent1"/>
              </a:buClr>
              <a:buSzTx/>
              <a:buFont typeface="Calibri" panose="020F0502020204030204" pitchFamily="34" charset="0"/>
              <a:buChar char="–"/>
              <a:tabLst/>
              <a:defRPr/>
            </a:lvl2pPr>
            <a:lvl3pPr marL="504000" marR="0" indent="-144000" algn="l" defTabSz="914400" rtl="0" eaLnBrk="1" fontAlgn="auto" latinLnBrk="0" hangingPunct="1">
              <a:lnSpc>
                <a:spcPct val="95000"/>
              </a:lnSpc>
              <a:spcBef>
                <a:spcPts val="300"/>
              </a:spcBef>
              <a:spcAft>
                <a:spcPts val="600"/>
              </a:spcAft>
              <a:buClr>
                <a:schemeClr val="accent1"/>
              </a:buClr>
              <a:buSzTx/>
              <a:buFont typeface="Calibri" panose="020F0502020204030204" pitchFamily="34" charset="0"/>
              <a:buChar char="–"/>
              <a:tabLst/>
              <a:defRPr/>
            </a:lvl3pPr>
            <a:lvl4pPr marL="648000" marR="0" indent="-144000" algn="l" defTabSz="914400" rtl="0" eaLnBrk="1" fontAlgn="auto" latinLnBrk="0" hangingPunct="1">
              <a:lnSpc>
                <a:spcPct val="95000"/>
              </a:lnSpc>
              <a:spcBef>
                <a:spcPts val="300"/>
              </a:spcBef>
              <a:spcAft>
                <a:spcPts val="600"/>
              </a:spcAft>
              <a:buClr>
                <a:schemeClr val="accent1"/>
              </a:buClr>
              <a:buSzTx/>
              <a:buFont typeface="Calibri" panose="020F0502020204030204" pitchFamily="34" charset="0"/>
              <a:buChar char="–"/>
              <a:tabLst/>
              <a:defRPr/>
            </a:lvl4pPr>
            <a:lvl5pPr marL="792000" marR="0" indent="-144000" algn="l" defTabSz="914400" rtl="0" eaLnBrk="1" fontAlgn="auto" latinLnBrk="0" hangingPunct="1">
              <a:lnSpc>
                <a:spcPct val="95000"/>
              </a:lnSpc>
              <a:spcBef>
                <a:spcPts val="300"/>
              </a:spcBef>
              <a:spcAft>
                <a:spcPts val="600"/>
              </a:spcAft>
              <a:buClr>
                <a:schemeClr val="accent1"/>
              </a:buClr>
              <a:buSzTx/>
              <a:buFont typeface="Calibri" panose="020F0502020204030204" pitchFamily="34" charset="0"/>
              <a:buChar char="–"/>
              <a:tabLst/>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7" name="Content Placeholder 2">
            <a:extLst>
              <a:ext uri="{FF2B5EF4-FFF2-40B4-BE49-F238E27FC236}">
                <a16:creationId xmlns:a16="http://schemas.microsoft.com/office/drawing/2014/main" id="{2B34803A-446A-9522-63F2-BEBAAE518E58}"/>
              </a:ext>
            </a:extLst>
          </p:cNvPr>
          <p:cNvSpPr>
            <a:spLocks noGrp="1"/>
          </p:cNvSpPr>
          <p:nvPr>
            <p:ph idx="16"/>
          </p:nvPr>
        </p:nvSpPr>
        <p:spPr>
          <a:xfrm>
            <a:off x="348314" y="3777909"/>
            <a:ext cx="5648400" cy="2219666"/>
          </a:xfrm>
          <a:prstGeom prst="rect">
            <a:avLst/>
          </a:prstGeom>
        </p:spPr>
        <p:txBody>
          <a:bodyPr/>
          <a:lstStyle>
            <a:lvl1pPr marL="216000" marR="0" indent="-216000" algn="l" defTabSz="914400" rtl="0" eaLnBrk="1" fontAlgn="auto" latinLnBrk="0" hangingPunct="1">
              <a:lnSpc>
                <a:spcPct val="95000"/>
              </a:lnSpc>
              <a:spcBef>
                <a:spcPts val="300"/>
              </a:spcBef>
              <a:spcAft>
                <a:spcPts val="400"/>
              </a:spcAft>
              <a:buClr>
                <a:schemeClr val="accent1"/>
              </a:buClr>
              <a:buSzTx/>
              <a:buFont typeface="Calibri" panose="020F0502020204030204" pitchFamily="34" charset="0"/>
              <a:buChar char="•"/>
              <a:tabLst/>
              <a:defRPr/>
            </a:lvl1pPr>
            <a:lvl2pPr marL="360000" marR="0" indent="-144000" algn="l" defTabSz="914400" rtl="0" eaLnBrk="1" fontAlgn="auto" latinLnBrk="0" hangingPunct="1">
              <a:lnSpc>
                <a:spcPct val="95000"/>
              </a:lnSpc>
              <a:spcBef>
                <a:spcPts val="300"/>
              </a:spcBef>
              <a:spcAft>
                <a:spcPts val="600"/>
              </a:spcAft>
              <a:buClr>
                <a:schemeClr val="accent1"/>
              </a:buClr>
              <a:buSzTx/>
              <a:buFont typeface="Calibri" panose="020F0502020204030204" pitchFamily="34" charset="0"/>
              <a:buChar char="–"/>
              <a:tabLst/>
              <a:defRPr/>
            </a:lvl2pPr>
            <a:lvl3pPr marL="504000" marR="0" indent="-144000" algn="l" defTabSz="914400" rtl="0" eaLnBrk="1" fontAlgn="auto" latinLnBrk="0" hangingPunct="1">
              <a:lnSpc>
                <a:spcPct val="95000"/>
              </a:lnSpc>
              <a:spcBef>
                <a:spcPts val="300"/>
              </a:spcBef>
              <a:spcAft>
                <a:spcPts val="600"/>
              </a:spcAft>
              <a:buClr>
                <a:schemeClr val="accent1"/>
              </a:buClr>
              <a:buSzTx/>
              <a:buFont typeface="Calibri" panose="020F0502020204030204" pitchFamily="34" charset="0"/>
              <a:buChar char="–"/>
              <a:tabLst/>
              <a:defRPr/>
            </a:lvl3pPr>
            <a:lvl4pPr marL="648000" marR="0" indent="-144000" algn="l" defTabSz="914400" rtl="0" eaLnBrk="1" fontAlgn="auto" latinLnBrk="0" hangingPunct="1">
              <a:lnSpc>
                <a:spcPct val="95000"/>
              </a:lnSpc>
              <a:spcBef>
                <a:spcPts val="300"/>
              </a:spcBef>
              <a:spcAft>
                <a:spcPts val="600"/>
              </a:spcAft>
              <a:buClr>
                <a:schemeClr val="accent1"/>
              </a:buClr>
              <a:buSzTx/>
              <a:buFont typeface="Calibri" panose="020F0502020204030204" pitchFamily="34" charset="0"/>
              <a:buChar char="–"/>
              <a:tabLst/>
              <a:defRPr/>
            </a:lvl4pPr>
            <a:lvl5pPr marL="792000" marR="0" indent="-144000" algn="l" defTabSz="914400" rtl="0" eaLnBrk="1" fontAlgn="auto" latinLnBrk="0" hangingPunct="1">
              <a:lnSpc>
                <a:spcPct val="95000"/>
              </a:lnSpc>
              <a:spcBef>
                <a:spcPts val="300"/>
              </a:spcBef>
              <a:spcAft>
                <a:spcPts val="600"/>
              </a:spcAft>
              <a:buClr>
                <a:schemeClr val="accent1"/>
              </a:buClr>
              <a:buSzTx/>
              <a:buFont typeface="Calibri" panose="020F0502020204030204" pitchFamily="34" charset="0"/>
              <a:buChar char="–"/>
              <a:tabLst/>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8" name="Content Placeholder 2">
            <a:extLst>
              <a:ext uri="{FF2B5EF4-FFF2-40B4-BE49-F238E27FC236}">
                <a16:creationId xmlns:a16="http://schemas.microsoft.com/office/drawing/2014/main" id="{109B04A6-5503-A4A1-4CF4-971EF8FA16C5}"/>
              </a:ext>
            </a:extLst>
          </p:cNvPr>
          <p:cNvSpPr>
            <a:spLocks noGrp="1"/>
          </p:cNvSpPr>
          <p:nvPr>
            <p:ph idx="14"/>
          </p:nvPr>
        </p:nvSpPr>
        <p:spPr>
          <a:xfrm>
            <a:off x="6188075" y="3777909"/>
            <a:ext cx="5648229" cy="2219666"/>
          </a:xfrm>
          <a:prstGeom prst="rect">
            <a:avLst/>
          </a:prstGeom>
        </p:spPr>
        <p:txBody>
          <a:bodyPr/>
          <a:lstStyle>
            <a:lvl1pPr marL="216000" marR="0" indent="-216000" algn="l" defTabSz="914400" rtl="0" eaLnBrk="1" fontAlgn="auto" latinLnBrk="0" hangingPunct="1">
              <a:lnSpc>
                <a:spcPct val="95000"/>
              </a:lnSpc>
              <a:spcBef>
                <a:spcPts val="300"/>
              </a:spcBef>
              <a:spcAft>
                <a:spcPts val="400"/>
              </a:spcAft>
              <a:buClr>
                <a:schemeClr val="accent1"/>
              </a:buClr>
              <a:buSzTx/>
              <a:buFont typeface="Calibri" panose="020F0502020204030204" pitchFamily="34" charset="0"/>
              <a:buChar char="•"/>
              <a:tabLst/>
              <a:defRPr/>
            </a:lvl1pPr>
            <a:lvl2pPr marL="360000" marR="0" indent="-144000" algn="l" defTabSz="914400" rtl="0" eaLnBrk="1" fontAlgn="auto" latinLnBrk="0" hangingPunct="1">
              <a:lnSpc>
                <a:spcPct val="95000"/>
              </a:lnSpc>
              <a:spcBef>
                <a:spcPts val="300"/>
              </a:spcBef>
              <a:spcAft>
                <a:spcPts val="600"/>
              </a:spcAft>
              <a:buClr>
                <a:schemeClr val="accent1"/>
              </a:buClr>
              <a:buSzTx/>
              <a:buFont typeface="Calibri" panose="020F0502020204030204" pitchFamily="34" charset="0"/>
              <a:buChar char="–"/>
              <a:tabLst/>
              <a:defRPr/>
            </a:lvl2pPr>
            <a:lvl3pPr marL="504000" marR="0" indent="-144000" algn="l" defTabSz="914400" rtl="0" eaLnBrk="1" fontAlgn="auto" latinLnBrk="0" hangingPunct="1">
              <a:lnSpc>
                <a:spcPct val="95000"/>
              </a:lnSpc>
              <a:spcBef>
                <a:spcPts val="300"/>
              </a:spcBef>
              <a:spcAft>
                <a:spcPts val="600"/>
              </a:spcAft>
              <a:buClr>
                <a:schemeClr val="accent1"/>
              </a:buClr>
              <a:buSzTx/>
              <a:buFont typeface="Calibri" panose="020F0502020204030204" pitchFamily="34" charset="0"/>
              <a:buChar char="–"/>
              <a:tabLst/>
              <a:defRPr/>
            </a:lvl3pPr>
            <a:lvl4pPr marL="648000" marR="0" indent="-144000" algn="l" defTabSz="914400" rtl="0" eaLnBrk="1" fontAlgn="auto" latinLnBrk="0" hangingPunct="1">
              <a:lnSpc>
                <a:spcPct val="95000"/>
              </a:lnSpc>
              <a:spcBef>
                <a:spcPts val="300"/>
              </a:spcBef>
              <a:spcAft>
                <a:spcPts val="600"/>
              </a:spcAft>
              <a:buClr>
                <a:schemeClr val="accent1"/>
              </a:buClr>
              <a:buSzTx/>
              <a:buFont typeface="Calibri" panose="020F0502020204030204" pitchFamily="34" charset="0"/>
              <a:buChar char="–"/>
              <a:tabLst/>
              <a:defRPr/>
            </a:lvl4pPr>
            <a:lvl5pPr marL="792000" marR="0" indent="-144000" algn="l" defTabSz="914400" rtl="0" eaLnBrk="1" fontAlgn="auto" latinLnBrk="0" hangingPunct="1">
              <a:lnSpc>
                <a:spcPct val="95000"/>
              </a:lnSpc>
              <a:spcBef>
                <a:spcPts val="300"/>
              </a:spcBef>
              <a:spcAft>
                <a:spcPts val="600"/>
              </a:spcAft>
              <a:buClr>
                <a:schemeClr val="accent1"/>
              </a:buClr>
              <a:buSzTx/>
              <a:buFont typeface="Calibri" panose="020F0502020204030204" pitchFamily="34" charset="0"/>
              <a:buChar char="–"/>
              <a:tabLst/>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104019537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hree Contents - version 5">
    <p:bg>
      <p:bgPr>
        <a:blipFill dpi="0" rotWithShape="1">
          <a:blip r:embed="rId2">
            <a:alphaModFix amt="35000"/>
            <a:lum/>
          </a:blip>
          <a:srcRect/>
          <a:stretch>
            <a:fillRect/>
          </a:stretch>
        </a:blipFill>
        <a:effectLst/>
      </p:bgPr>
    </p:bg>
    <p:spTree>
      <p:nvGrpSpPr>
        <p:cNvPr id="1" name=""/>
        <p:cNvGrpSpPr/>
        <p:nvPr/>
      </p:nvGrpSpPr>
      <p:grpSpPr>
        <a:xfrm>
          <a:off x="0" y="0"/>
          <a:ext cx="0" cy="0"/>
          <a:chOff x="0" y="0"/>
          <a:chExt cx="0" cy="0"/>
        </a:xfrm>
      </p:grpSpPr>
      <p:sp>
        <p:nvSpPr>
          <p:cNvPr id="3" name="Title Placeholder 1">
            <a:extLst>
              <a:ext uri="{FF2B5EF4-FFF2-40B4-BE49-F238E27FC236}">
                <a16:creationId xmlns:a16="http://schemas.microsoft.com/office/drawing/2014/main" id="{AAE64EF5-5F1A-0748-C19A-D17FD5B3B8AA}"/>
              </a:ext>
            </a:extLst>
          </p:cNvPr>
          <p:cNvSpPr>
            <a:spLocks noGrp="1"/>
          </p:cNvSpPr>
          <p:nvPr>
            <p:ph type="title"/>
          </p:nvPr>
        </p:nvSpPr>
        <p:spPr>
          <a:xfrm>
            <a:off x="348314" y="476250"/>
            <a:ext cx="11480800" cy="684214"/>
          </a:xfrm>
          <a:prstGeom prst="rect">
            <a:avLst/>
          </a:prstGeom>
        </p:spPr>
        <p:txBody>
          <a:bodyPr vert="horz" lIns="0" tIns="0" rIns="0" bIns="0" rtlCol="0" anchor="t" anchorCtr="0">
            <a:noAutofit/>
          </a:bodyPr>
          <a:lstStyle/>
          <a:p>
            <a:r>
              <a:rPr lang="en-US"/>
              <a:t>Click to edit Master title style</a:t>
            </a:r>
            <a:endParaRPr lang="en-GB"/>
          </a:p>
        </p:txBody>
      </p:sp>
      <p:sp>
        <p:nvSpPr>
          <p:cNvPr id="4" name="Content Placeholder 12">
            <a:extLst>
              <a:ext uri="{FF2B5EF4-FFF2-40B4-BE49-F238E27FC236}">
                <a16:creationId xmlns:a16="http://schemas.microsoft.com/office/drawing/2014/main" id="{D47C667E-1397-1DA9-3B09-017C13575DFE}"/>
              </a:ext>
            </a:extLst>
          </p:cNvPr>
          <p:cNvSpPr>
            <a:spLocks noGrp="1"/>
          </p:cNvSpPr>
          <p:nvPr>
            <p:ph sz="quarter" idx="10"/>
          </p:nvPr>
        </p:nvSpPr>
        <p:spPr>
          <a:xfrm>
            <a:off x="348314" y="1419910"/>
            <a:ext cx="5655611" cy="2196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5" name="Content Placeholder 12">
            <a:extLst>
              <a:ext uri="{FF2B5EF4-FFF2-40B4-BE49-F238E27FC236}">
                <a16:creationId xmlns:a16="http://schemas.microsoft.com/office/drawing/2014/main" id="{9CD144C4-8F84-3E49-3D70-373B26E67F70}"/>
              </a:ext>
            </a:extLst>
          </p:cNvPr>
          <p:cNvSpPr>
            <a:spLocks noGrp="1"/>
          </p:cNvSpPr>
          <p:nvPr>
            <p:ph sz="quarter" idx="11"/>
          </p:nvPr>
        </p:nvSpPr>
        <p:spPr>
          <a:xfrm>
            <a:off x="6184900" y="1419910"/>
            <a:ext cx="5655611" cy="2196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7" name="Content Placeholder 2">
            <a:extLst>
              <a:ext uri="{FF2B5EF4-FFF2-40B4-BE49-F238E27FC236}">
                <a16:creationId xmlns:a16="http://schemas.microsoft.com/office/drawing/2014/main" id="{0A1A845D-9959-78DB-063F-DF993E4428A4}"/>
              </a:ext>
            </a:extLst>
          </p:cNvPr>
          <p:cNvSpPr>
            <a:spLocks noGrp="1"/>
          </p:cNvSpPr>
          <p:nvPr>
            <p:ph idx="16"/>
          </p:nvPr>
        </p:nvSpPr>
        <p:spPr>
          <a:xfrm>
            <a:off x="348314" y="3777909"/>
            <a:ext cx="11480400" cy="2219666"/>
          </a:xfrm>
          <a:prstGeom prst="rect">
            <a:avLst/>
          </a:prstGeom>
        </p:spPr>
        <p:txBody>
          <a:bodyPr/>
          <a:lstStyle>
            <a:lvl1pPr marL="216000" marR="0" indent="-216000" algn="l" defTabSz="914400" rtl="0" eaLnBrk="1" fontAlgn="auto" latinLnBrk="0" hangingPunct="1">
              <a:lnSpc>
                <a:spcPct val="95000"/>
              </a:lnSpc>
              <a:spcBef>
                <a:spcPts val="300"/>
              </a:spcBef>
              <a:spcAft>
                <a:spcPts val="400"/>
              </a:spcAft>
              <a:buClr>
                <a:schemeClr val="accent1"/>
              </a:buClr>
              <a:buSzTx/>
              <a:buFont typeface="Calibri" panose="020F0502020204030204" pitchFamily="34" charset="0"/>
              <a:buChar char="•"/>
              <a:tabLst/>
              <a:defRPr/>
            </a:lvl1pPr>
            <a:lvl2pPr marL="360000" marR="0" indent="-144000" algn="l" defTabSz="914400" rtl="0" eaLnBrk="1" fontAlgn="auto" latinLnBrk="0" hangingPunct="1">
              <a:lnSpc>
                <a:spcPct val="95000"/>
              </a:lnSpc>
              <a:spcBef>
                <a:spcPts val="300"/>
              </a:spcBef>
              <a:spcAft>
                <a:spcPts val="600"/>
              </a:spcAft>
              <a:buClr>
                <a:schemeClr val="accent1"/>
              </a:buClr>
              <a:buSzTx/>
              <a:buFont typeface="Calibri" panose="020F0502020204030204" pitchFamily="34" charset="0"/>
              <a:buChar char="–"/>
              <a:tabLst/>
              <a:defRPr/>
            </a:lvl2pPr>
            <a:lvl3pPr marL="504000" marR="0" indent="-144000" algn="l" defTabSz="914400" rtl="0" eaLnBrk="1" fontAlgn="auto" latinLnBrk="0" hangingPunct="1">
              <a:lnSpc>
                <a:spcPct val="95000"/>
              </a:lnSpc>
              <a:spcBef>
                <a:spcPts val="300"/>
              </a:spcBef>
              <a:spcAft>
                <a:spcPts val="600"/>
              </a:spcAft>
              <a:buClr>
                <a:schemeClr val="accent1"/>
              </a:buClr>
              <a:buSzTx/>
              <a:buFont typeface="Calibri" panose="020F0502020204030204" pitchFamily="34" charset="0"/>
              <a:buChar char="–"/>
              <a:tabLst/>
              <a:defRPr/>
            </a:lvl3pPr>
            <a:lvl4pPr marL="648000" marR="0" indent="-144000" algn="l" defTabSz="914400" rtl="0" eaLnBrk="1" fontAlgn="auto" latinLnBrk="0" hangingPunct="1">
              <a:lnSpc>
                <a:spcPct val="95000"/>
              </a:lnSpc>
              <a:spcBef>
                <a:spcPts val="300"/>
              </a:spcBef>
              <a:spcAft>
                <a:spcPts val="600"/>
              </a:spcAft>
              <a:buClr>
                <a:schemeClr val="accent1"/>
              </a:buClr>
              <a:buSzTx/>
              <a:buFont typeface="Calibri" panose="020F0502020204030204" pitchFamily="34" charset="0"/>
              <a:buChar char="–"/>
              <a:tabLst/>
              <a:defRPr/>
            </a:lvl4pPr>
            <a:lvl5pPr marL="792000" marR="0" indent="-144000" algn="l" defTabSz="914400" rtl="0" eaLnBrk="1" fontAlgn="auto" latinLnBrk="0" hangingPunct="1">
              <a:lnSpc>
                <a:spcPct val="95000"/>
              </a:lnSpc>
              <a:spcBef>
                <a:spcPts val="300"/>
              </a:spcBef>
              <a:spcAft>
                <a:spcPts val="600"/>
              </a:spcAft>
              <a:buClr>
                <a:schemeClr val="accent1"/>
              </a:buClr>
              <a:buSzTx/>
              <a:buFont typeface="Calibri" panose="020F050202020403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87541039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Four Contents">
    <p:bg>
      <p:bgPr>
        <a:blipFill dpi="0" rotWithShape="1">
          <a:blip r:embed="rId2">
            <a:alphaModFix amt="35000"/>
            <a:lum/>
          </a:blip>
          <a:srcRect/>
          <a:stretch>
            <a:fillRect/>
          </a:stretch>
        </a:blipFill>
        <a:effectLst/>
      </p:bgPr>
    </p:bg>
    <p:spTree>
      <p:nvGrpSpPr>
        <p:cNvPr id="1" name=""/>
        <p:cNvGrpSpPr/>
        <p:nvPr/>
      </p:nvGrpSpPr>
      <p:grpSpPr>
        <a:xfrm>
          <a:off x="0" y="0"/>
          <a:ext cx="0" cy="0"/>
          <a:chOff x="0" y="0"/>
          <a:chExt cx="0" cy="0"/>
        </a:xfrm>
      </p:grpSpPr>
      <p:sp>
        <p:nvSpPr>
          <p:cNvPr id="3" name="Title Placeholder 1">
            <a:extLst>
              <a:ext uri="{FF2B5EF4-FFF2-40B4-BE49-F238E27FC236}">
                <a16:creationId xmlns:a16="http://schemas.microsoft.com/office/drawing/2014/main" id="{EC24616C-D896-B389-2FF8-A59BB8B10910}"/>
              </a:ext>
            </a:extLst>
          </p:cNvPr>
          <p:cNvSpPr>
            <a:spLocks noGrp="1"/>
          </p:cNvSpPr>
          <p:nvPr>
            <p:ph type="title"/>
          </p:nvPr>
        </p:nvSpPr>
        <p:spPr>
          <a:xfrm>
            <a:off x="348314" y="476250"/>
            <a:ext cx="11480800" cy="684214"/>
          </a:xfrm>
          <a:prstGeom prst="rect">
            <a:avLst/>
          </a:prstGeom>
        </p:spPr>
        <p:txBody>
          <a:bodyPr vert="horz" lIns="0" tIns="0" rIns="0" bIns="0" rtlCol="0" anchor="t" anchorCtr="0">
            <a:noAutofit/>
          </a:bodyPr>
          <a:lstStyle/>
          <a:p>
            <a:r>
              <a:rPr lang="en-US"/>
              <a:t>Click to edit Master title style</a:t>
            </a:r>
            <a:endParaRPr lang="en-GB"/>
          </a:p>
        </p:txBody>
      </p:sp>
      <p:sp>
        <p:nvSpPr>
          <p:cNvPr id="4" name="Content Placeholder 12">
            <a:extLst>
              <a:ext uri="{FF2B5EF4-FFF2-40B4-BE49-F238E27FC236}">
                <a16:creationId xmlns:a16="http://schemas.microsoft.com/office/drawing/2014/main" id="{2DEA4315-570C-6B44-BDDB-41375F3F5AEB}"/>
              </a:ext>
            </a:extLst>
          </p:cNvPr>
          <p:cNvSpPr>
            <a:spLocks noGrp="1"/>
          </p:cNvSpPr>
          <p:nvPr>
            <p:ph sz="quarter" idx="10"/>
          </p:nvPr>
        </p:nvSpPr>
        <p:spPr>
          <a:xfrm>
            <a:off x="348314" y="1419910"/>
            <a:ext cx="5655611" cy="2196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5" name="Content Placeholder 12">
            <a:extLst>
              <a:ext uri="{FF2B5EF4-FFF2-40B4-BE49-F238E27FC236}">
                <a16:creationId xmlns:a16="http://schemas.microsoft.com/office/drawing/2014/main" id="{1D8A4818-0C5C-40B5-49C6-65569B842DC3}"/>
              </a:ext>
            </a:extLst>
          </p:cNvPr>
          <p:cNvSpPr>
            <a:spLocks noGrp="1"/>
          </p:cNvSpPr>
          <p:nvPr>
            <p:ph sz="quarter" idx="11"/>
          </p:nvPr>
        </p:nvSpPr>
        <p:spPr>
          <a:xfrm>
            <a:off x="6184900" y="1419910"/>
            <a:ext cx="5655611" cy="2196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MY"/>
          </a:p>
        </p:txBody>
      </p:sp>
      <p:sp>
        <p:nvSpPr>
          <p:cNvPr id="6" name="Content Placeholder 2">
            <a:extLst>
              <a:ext uri="{FF2B5EF4-FFF2-40B4-BE49-F238E27FC236}">
                <a16:creationId xmlns:a16="http://schemas.microsoft.com/office/drawing/2014/main" id="{AE0C6272-6D2F-5D5B-9A93-1AC45668F998}"/>
              </a:ext>
            </a:extLst>
          </p:cNvPr>
          <p:cNvSpPr>
            <a:spLocks noGrp="1"/>
          </p:cNvSpPr>
          <p:nvPr>
            <p:ph idx="16"/>
          </p:nvPr>
        </p:nvSpPr>
        <p:spPr>
          <a:xfrm>
            <a:off x="348314" y="3777909"/>
            <a:ext cx="5648400" cy="2219666"/>
          </a:xfrm>
          <a:prstGeom prst="rect">
            <a:avLst/>
          </a:prstGeom>
        </p:spPr>
        <p:txBody>
          <a:bodyPr/>
          <a:lstStyle>
            <a:lvl1pPr marL="216000" marR="0" indent="-216000" algn="l" defTabSz="914400" rtl="0" eaLnBrk="1" fontAlgn="auto" latinLnBrk="0" hangingPunct="1">
              <a:lnSpc>
                <a:spcPct val="95000"/>
              </a:lnSpc>
              <a:spcBef>
                <a:spcPts val="300"/>
              </a:spcBef>
              <a:spcAft>
                <a:spcPts val="400"/>
              </a:spcAft>
              <a:buClr>
                <a:schemeClr val="accent1"/>
              </a:buClr>
              <a:buSzTx/>
              <a:buFont typeface="Calibri" panose="020F0502020204030204" pitchFamily="34" charset="0"/>
              <a:buChar char="•"/>
              <a:tabLst/>
              <a:defRPr/>
            </a:lvl1pPr>
            <a:lvl2pPr marL="360000" marR="0" indent="-144000" algn="l" defTabSz="914400" rtl="0" eaLnBrk="1" fontAlgn="auto" latinLnBrk="0" hangingPunct="1">
              <a:lnSpc>
                <a:spcPct val="95000"/>
              </a:lnSpc>
              <a:spcBef>
                <a:spcPts val="300"/>
              </a:spcBef>
              <a:spcAft>
                <a:spcPts val="600"/>
              </a:spcAft>
              <a:buClr>
                <a:schemeClr val="accent1"/>
              </a:buClr>
              <a:buSzTx/>
              <a:buFont typeface="Calibri" panose="020F0502020204030204" pitchFamily="34" charset="0"/>
              <a:buChar char="–"/>
              <a:tabLst/>
              <a:defRPr/>
            </a:lvl2pPr>
            <a:lvl3pPr marL="504000" marR="0" indent="-144000" algn="l" defTabSz="914400" rtl="0" eaLnBrk="1" fontAlgn="auto" latinLnBrk="0" hangingPunct="1">
              <a:lnSpc>
                <a:spcPct val="95000"/>
              </a:lnSpc>
              <a:spcBef>
                <a:spcPts val="300"/>
              </a:spcBef>
              <a:spcAft>
                <a:spcPts val="600"/>
              </a:spcAft>
              <a:buClr>
                <a:schemeClr val="accent1"/>
              </a:buClr>
              <a:buSzTx/>
              <a:buFont typeface="Calibri" panose="020F0502020204030204" pitchFamily="34" charset="0"/>
              <a:buChar char="–"/>
              <a:tabLst/>
              <a:defRPr/>
            </a:lvl3pPr>
            <a:lvl4pPr marL="648000" marR="0" indent="-144000" algn="l" defTabSz="914400" rtl="0" eaLnBrk="1" fontAlgn="auto" latinLnBrk="0" hangingPunct="1">
              <a:lnSpc>
                <a:spcPct val="95000"/>
              </a:lnSpc>
              <a:spcBef>
                <a:spcPts val="300"/>
              </a:spcBef>
              <a:spcAft>
                <a:spcPts val="600"/>
              </a:spcAft>
              <a:buClr>
                <a:schemeClr val="accent1"/>
              </a:buClr>
              <a:buSzTx/>
              <a:buFont typeface="Calibri" panose="020F0502020204030204" pitchFamily="34" charset="0"/>
              <a:buChar char="–"/>
              <a:tabLst/>
              <a:defRPr/>
            </a:lvl4pPr>
            <a:lvl5pPr marL="792000" marR="0" indent="-144000" algn="l" defTabSz="914400" rtl="0" eaLnBrk="1" fontAlgn="auto" latinLnBrk="0" hangingPunct="1">
              <a:lnSpc>
                <a:spcPct val="95000"/>
              </a:lnSpc>
              <a:spcBef>
                <a:spcPts val="300"/>
              </a:spcBef>
              <a:spcAft>
                <a:spcPts val="600"/>
              </a:spcAft>
              <a:buClr>
                <a:schemeClr val="accent1"/>
              </a:buClr>
              <a:buSzTx/>
              <a:buFont typeface="Calibri" panose="020F050202020403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Content Placeholder 2">
            <a:extLst>
              <a:ext uri="{FF2B5EF4-FFF2-40B4-BE49-F238E27FC236}">
                <a16:creationId xmlns:a16="http://schemas.microsoft.com/office/drawing/2014/main" id="{4222670B-0248-6CAD-DF27-1D8E9B639466}"/>
              </a:ext>
            </a:extLst>
          </p:cNvPr>
          <p:cNvSpPr>
            <a:spLocks noGrp="1"/>
          </p:cNvSpPr>
          <p:nvPr>
            <p:ph idx="14"/>
          </p:nvPr>
        </p:nvSpPr>
        <p:spPr>
          <a:xfrm>
            <a:off x="6188075" y="3777909"/>
            <a:ext cx="5648229" cy="2219666"/>
          </a:xfrm>
          <a:prstGeom prst="rect">
            <a:avLst/>
          </a:prstGeom>
        </p:spPr>
        <p:txBody>
          <a:bodyPr/>
          <a:lstStyle>
            <a:lvl1pPr marL="216000" marR="0" indent="-216000" algn="l" defTabSz="914400" rtl="0" eaLnBrk="1" fontAlgn="auto" latinLnBrk="0" hangingPunct="1">
              <a:lnSpc>
                <a:spcPct val="95000"/>
              </a:lnSpc>
              <a:spcBef>
                <a:spcPts val="300"/>
              </a:spcBef>
              <a:spcAft>
                <a:spcPts val="400"/>
              </a:spcAft>
              <a:buClr>
                <a:schemeClr val="accent1"/>
              </a:buClr>
              <a:buSzTx/>
              <a:buFont typeface="Calibri" panose="020F0502020204030204" pitchFamily="34" charset="0"/>
              <a:buChar char="•"/>
              <a:tabLst/>
              <a:defRPr/>
            </a:lvl1pPr>
            <a:lvl2pPr marL="360000" marR="0" indent="-144000" algn="l" defTabSz="914400" rtl="0" eaLnBrk="1" fontAlgn="auto" latinLnBrk="0" hangingPunct="1">
              <a:lnSpc>
                <a:spcPct val="95000"/>
              </a:lnSpc>
              <a:spcBef>
                <a:spcPts val="300"/>
              </a:spcBef>
              <a:spcAft>
                <a:spcPts val="600"/>
              </a:spcAft>
              <a:buClr>
                <a:schemeClr val="accent1"/>
              </a:buClr>
              <a:buSzTx/>
              <a:buFont typeface="Calibri" panose="020F0502020204030204" pitchFamily="34" charset="0"/>
              <a:buChar char="–"/>
              <a:tabLst/>
              <a:defRPr/>
            </a:lvl2pPr>
            <a:lvl3pPr marL="504000" marR="0" indent="-144000" algn="l" defTabSz="914400" rtl="0" eaLnBrk="1" fontAlgn="auto" latinLnBrk="0" hangingPunct="1">
              <a:lnSpc>
                <a:spcPct val="95000"/>
              </a:lnSpc>
              <a:spcBef>
                <a:spcPts val="300"/>
              </a:spcBef>
              <a:spcAft>
                <a:spcPts val="600"/>
              </a:spcAft>
              <a:buClr>
                <a:schemeClr val="accent1"/>
              </a:buClr>
              <a:buSzTx/>
              <a:buFont typeface="Calibri" panose="020F0502020204030204" pitchFamily="34" charset="0"/>
              <a:buChar char="–"/>
              <a:tabLst/>
              <a:defRPr/>
            </a:lvl3pPr>
            <a:lvl4pPr marL="648000" marR="0" indent="-144000" algn="l" defTabSz="914400" rtl="0" eaLnBrk="1" fontAlgn="auto" latinLnBrk="0" hangingPunct="1">
              <a:lnSpc>
                <a:spcPct val="95000"/>
              </a:lnSpc>
              <a:spcBef>
                <a:spcPts val="300"/>
              </a:spcBef>
              <a:spcAft>
                <a:spcPts val="600"/>
              </a:spcAft>
              <a:buClr>
                <a:schemeClr val="accent1"/>
              </a:buClr>
              <a:buSzTx/>
              <a:buFont typeface="Calibri" panose="020F0502020204030204" pitchFamily="34" charset="0"/>
              <a:buChar char="–"/>
              <a:tabLst/>
              <a:defRPr/>
            </a:lvl4pPr>
            <a:lvl5pPr marL="792000" marR="0" indent="-144000" algn="l" defTabSz="914400" rtl="0" eaLnBrk="1" fontAlgn="auto" latinLnBrk="0" hangingPunct="1">
              <a:lnSpc>
                <a:spcPct val="95000"/>
              </a:lnSpc>
              <a:spcBef>
                <a:spcPts val="300"/>
              </a:spcBef>
              <a:spcAft>
                <a:spcPts val="600"/>
              </a:spcAft>
              <a:buClr>
                <a:schemeClr val="accent1"/>
              </a:buClr>
              <a:buSzTx/>
              <a:buFont typeface="Calibri" panose="020F0502020204030204" pitchFamily="34" charset="0"/>
              <a:buChar char="–"/>
              <a:tabLs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263054908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9840992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898201E-7E81-0F56-A54D-740CE49AEE03}"/>
              </a:ext>
            </a:extLst>
          </p:cNvPr>
          <p:cNvSpPr>
            <a:spLocks noGrp="1"/>
          </p:cNvSpPr>
          <p:nvPr>
            <p:ph type="title"/>
          </p:nvPr>
        </p:nvSpPr>
        <p:spPr>
          <a:xfrm>
            <a:off x="348314" y="476250"/>
            <a:ext cx="11480800" cy="684214"/>
          </a:xfrm>
          <a:prstGeom prst="rect">
            <a:avLst/>
          </a:prstGeom>
        </p:spPr>
        <p:txBody>
          <a:bodyPr vert="horz" lIns="0" tIns="0" rIns="0" bIns="0" rtlCol="0" anchor="t" anchorCtr="0">
            <a:noAutofit/>
          </a:bodyPr>
          <a:lstStyle/>
          <a:p>
            <a:r>
              <a:rPr lang="en-US"/>
              <a:t>Click to edit Master title style</a:t>
            </a:r>
            <a:endParaRPr lang="en-GB"/>
          </a:p>
        </p:txBody>
      </p:sp>
    </p:spTree>
    <p:extLst>
      <p:ext uri="{BB962C8B-B14F-4D97-AF65-F5344CB8AC3E}">
        <p14:creationId xmlns:p14="http://schemas.microsoft.com/office/powerpoint/2010/main" val="144481586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Appendix 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BF27A14-54A1-758A-0CFC-53E929FBE1CF}"/>
              </a:ext>
            </a:extLst>
          </p:cNvPr>
          <p:cNvSpPr txBox="1"/>
          <p:nvPr userDrawn="1"/>
        </p:nvSpPr>
        <p:spPr>
          <a:xfrm>
            <a:off x="268189" y="1889701"/>
            <a:ext cx="5659436" cy="954107"/>
          </a:xfrm>
          <a:prstGeom prst="rect">
            <a:avLst/>
          </a:prstGeom>
          <a:noFill/>
        </p:spPr>
        <p:txBody>
          <a:bodyPr wrap="square" rtlCol="0">
            <a:spAutoFit/>
          </a:bodyPr>
          <a:lstStyle/>
          <a:p>
            <a:r>
              <a:rPr lang="en-US" sz="5600" b="1">
                <a:solidFill>
                  <a:schemeClr val="accent1"/>
                </a:solidFill>
                <a:latin typeface="+mn-lt"/>
              </a:rPr>
              <a:t>Appendix</a:t>
            </a:r>
          </a:p>
        </p:txBody>
      </p:sp>
      <p:sp>
        <p:nvSpPr>
          <p:cNvPr id="4" name="Slide Number Placeholder 5">
            <a:extLst>
              <a:ext uri="{FF2B5EF4-FFF2-40B4-BE49-F238E27FC236}">
                <a16:creationId xmlns:a16="http://schemas.microsoft.com/office/drawing/2014/main" id="{954DF360-9D3B-4A56-FAA7-043BCC359DB8}"/>
              </a:ext>
            </a:extLst>
          </p:cNvPr>
          <p:cNvSpPr txBox="1">
            <a:spLocks/>
          </p:cNvSpPr>
          <p:nvPr userDrawn="1"/>
        </p:nvSpPr>
        <p:spPr>
          <a:xfrm>
            <a:off x="338138" y="6133005"/>
            <a:ext cx="904875" cy="365125"/>
          </a:xfrm>
          <a:prstGeom prst="rect">
            <a:avLst/>
          </a:prstGeom>
        </p:spPr>
        <p:txBody>
          <a:bodyPr vert="horz" lIns="0" tIns="0" rIns="0" bIns="0" rtlCol="0" anchor="b" anchorCtr="0"/>
          <a:lstStyle>
            <a:defPPr>
              <a:defRPr lang="en-US"/>
            </a:defPPr>
            <a:lvl1pPr marL="0" algn="l" defTabSz="914400" rtl="0" eaLnBrk="1" latinLnBrk="0" hangingPunct="1">
              <a:lnSpc>
                <a:spcPct val="85000"/>
              </a:lnSpc>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n-GB" sz="1200" b="0" i="0" u="none" strike="noStrike" kern="1200" cap="none" spc="0" normalizeH="0" baseline="0" noProof="0">
                <a:ln>
                  <a:noFill/>
                </a:ln>
                <a:solidFill>
                  <a:schemeClr val="bg1"/>
                </a:solidFill>
                <a:effectLst/>
                <a:uLnTx/>
                <a:uFillTx/>
                <a:latin typeface="Calibri" panose="020F0502020204030204"/>
                <a:ea typeface="+mn-ea"/>
                <a:cs typeface="+mn-cs"/>
              </a:rPr>
              <a:t>Page </a:t>
            </a:r>
            <a:fld id="{A30585B2-4AE5-4E24-B2F9-21CF896AC489}" type="slidenum">
              <a:rPr kumimoji="0" lang="en-GB" sz="1200" b="0" i="0" u="none" strike="noStrike" kern="1200" cap="none" spc="0" normalizeH="0" baseline="0" noProof="0" smtClean="0">
                <a:ln>
                  <a:noFill/>
                </a:ln>
                <a:solidFill>
                  <a:schemeClr val="bg1"/>
                </a:solidFill>
                <a:effectLst/>
                <a:uLnTx/>
                <a:uFillTx/>
                <a:latin typeface="Calibri" panose="020F0502020204030204"/>
                <a:ea typeface="+mn-ea"/>
                <a:cs typeface="+mn-cs"/>
              </a:rPr>
              <a:pPr marL="0" marR="0" lvl="0" indent="0" algn="l" defTabSz="914400" rtl="0" eaLnBrk="1" fontAlgn="auto" latinLnBrk="0" hangingPunct="1">
                <a:lnSpc>
                  <a:spcPct val="85000"/>
                </a:lnSpc>
                <a:spcBef>
                  <a:spcPts val="0"/>
                </a:spcBef>
                <a:spcAft>
                  <a:spcPts val="0"/>
                </a:spcAft>
                <a:buClrTx/>
                <a:buSzTx/>
                <a:buFontTx/>
                <a:buNone/>
                <a:tabLst/>
                <a:defRPr/>
              </a:pPr>
              <a:t>‹#›</a:t>
            </a:fld>
            <a:endParaRPr kumimoji="0" lang="en-GB" sz="1200" b="0" i="0" u="none" strike="noStrike" kern="1200" cap="none" spc="0" normalizeH="0" baseline="0" noProof="0">
              <a:ln>
                <a:noFill/>
              </a:ln>
              <a:solidFill>
                <a:schemeClr val="bg1"/>
              </a:solidFill>
              <a:effectLst/>
              <a:uLnTx/>
              <a:uFillTx/>
              <a:latin typeface="Calibri" panose="020F0502020204030204"/>
              <a:ea typeface="+mn-ea"/>
              <a:cs typeface="+mn-cs"/>
            </a:endParaRPr>
          </a:p>
        </p:txBody>
      </p:sp>
      <p:pic>
        <p:nvPicPr>
          <p:cNvPr id="7" name="Graphic 6">
            <a:extLst>
              <a:ext uri="{FF2B5EF4-FFF2-40B4-BE49-F238E27FC236}">
                <a16:creationId xmlns:a16="http://schemas.microsoft.com/office/drawing/2014/main" id="{F4998B1B-9E99-7A70-3A9F-1DF5098237A3}"/>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0670000" y="6247807"/>
            <a:ext cx="1166400" cy="250323"/>
          </a:xfrm>
          <a:prstGeom prst="rect">
            <a:avLst/>
          </a:prstGeom>
        </p:spPr>
      </p:pic>
      <p:sp>
        <p:nvSpPr>
          <p:cNvPr id="8" name="Footer Placeholder 4">
            <a:extLst>
              <a:ext uri="{FF2B5EF4-FFF2-40B4-BE49-F238E27FC236}">
                <a16:creationId xmlns:a16="http://schemas.microsoft.com/office/drawing/2014/main" id="{5EB6EAFC-F44F-91EE-4A03-509CCD3730E5}"/>
              </a:ext>
            </a:extLst>
          </p:cNvPr>
          <p:cNvSpPr txBox="1">
            <a:spLocks/>
          </p:cNvSpPr>
          <p:nvPr userDrawn="1"/>
        </p:nvSpPr>
        <p:spPr>
          <a:xfrm>
            <a:off x="3518016" y="6259022"/>
            <a:ext cx="4511047" cy="239108"/>
          </a:xfrm>
          <a:prstGeom prst="rect">
            <a:avLst/>
          </a:prstGeom>
        </p:spPr>
        <p:txBody>
          <a:bodyPr vert="horz" lIns="0" tIns="0" rIns="0" bIns="0" rtlCol="0" anchor="b" anchorCtr="0">
            <a:normAutofit/>
          </a:bodyPr>
          <a:lstStyle>
            <a:defPPr>
              <a:defRPr lang="en-US"/>
            </a:defPPr>
            <a:lvl1pPr marL="0" algn="ctr" defTabSz="914400" rtl="0" eaLnBrk="1" latinLnBrk="0" hangingPunct="1">
              <a:lnSpc>
                <a:spcPct val="85000"/>
              </a:lnSpc>
              <a:defRPr sz="7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solidFill>
                  <a:schemeClr val="bg1"/>
                </a:solidFill>
              </a:rPr>
              <a:t>Copyright © </a:t>
            </a:r>
            <a:fld id="{0AEACA82-443F-F143-97A9-1017F472789A}" type="datetimeyyyy">
              <a:rPr lang="en-US" smtClean="0">
                <a:solidFill>
                  <a:schemeClr val="bg1"/>
                </a:solidFill>
              </a:rPr>
              <a:pPr algn="ctr"/>
              <a:t>2024</a:t>
            </a:fld>
            <a:r>
              <a:rPr lang="en-US">
                <a:solidFill>
                  <a:schemeClr val="bg1"/>
                </a:solidFill>
              </a:rPr>
              <a:t>. All rights reserved. Informa Tech, a trading division of Informa PLC</a:t>
            </a:r>
            <a:endParaRPr lang="en-GB">
              <a:solidFill>
                <a:schemeClr val="bg1"/>
              </a:solidFill>
            </a:endParaRPr>
          </a:p>
        </p:txBody>
      </p:sp>
      <p:pic>
        <p:nvPicPr>
          <p:cNvPr id="11" name="Graphic 10">
            <a:extLst>
              <a:ext uri="{FF2B5EF4-FFF2-40B4-BE49-F238E27FC236}">
                <a16:creationId xmlns:a16="http://schemas.microsoft.com/office/drawing/2014/main" id="{06449409-B89F-1EAD-3595-1290E9E8BF5C}"/>
              </a:ext>
            </a:extLst>
          </p:cNvPr>
          <p:cNvPicPr>
            <a:picLocks noChangeAspect="1"/>
          </p:cNvPicPr>
          <p:nvPr userDrawn="1"/>
        </p:nvPicPr>
        <p:blipFill>
          <a:blip r:embed="rId5" cstate="email">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670000" y="6247807"/>
            <a:ext cx="1166400" cy="250323"/>
          </a:xfrm>
          <a:prstGeom prst="rect">
            <a:avLst/>
          </a:prstGeom>
        </p:spPr>
      </p:pic>
      <p:sp>
        <p:nvSpPr>
          <p:cNvPr id="12" name="Footer Placeholder 4">
            <a:extLst>
              <a:ext uri="{FF2B5EF4-FFF2-40B4-BE49-F238E27FC236}">
                <a16:creationId xmlns:a16="http://schemas.microsoft.com/office/drawing/2014/main" id="{17419D14-9110-012F-120D-A8BA1E2F7045}"/>
              </a:ext>
            </a:extLst>
          </p:cNvPr>
          <p:cNvSpPr txBox="1">
            <a:spLocks/>
          </p:cNvSpPr>
          <p:nvPr userDrawn="1"/>
        </p:nvSpPr>
        <p:spPr>
          <a:xfrm>
            <a:off x="3518016" y="6259022"/>
            <a:ext cx="4511047" cy="239108"/>
          </a:xfrm>
          <a:prstGeom prst="rect">
            <a:avLst/>
          </a:prstGeom>
        </p:spPr>
        <p:txBody>
          <a:bodyPr vert="horz" lIns="0" tIns="0" rIns="0" bIns="0" rtlCol="0" anchor="b" anchorCtr="0">
            <a:normAutofit/>
          </a:bodyPr>
          <a:lstStyle>
            <a:defPPr>
              <a:defRPr lang="en-US"/>
            </a:defPPr>
            <a:lvl1pPr marL="0" algn="ctr" defTabSz="914400" rtl="0" eaLnBrk="1" latinLnBrk="0" hangingPunct="1">
              <a:lnSpc>
                <a:spcPct val="85000"/>
              </a:lnSpc>
              <a:defRPr sz="7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dirty="0">
                <a:solidFill>
                  <a:schemeClr val="tx1"/>
                </a:solidFill>
              </a:rPr>
              <a:t>Copyright </a:t>
            </a:r>
            <a:r>
              <a:rPr lang="en-MY" b="0" i="0" u="none" strike="noStrike" dirty="0">
                <a:solidFill>
                  <a:srgbClr val="000000"/>
                </a:solidFill>
                <a:effectLst/>
                <a:latin typeface="Calibri" panose="020F0502020204030204" pitchFamily="34" charset="0"/>
              </a:rPr>
              <a:t>© 2024 TechTarget, Inc. or its subsidiaries. All rights reserved.</a:t>
            </a:r>
            <a:endParaRPr lang="en-GB" dirty="0">
              <a:solidFill>
                <a:schemeClr val="tx1"/>
              </a:solidFill>
            </a:endParaRPr>
          </a:p>
        </p:txBody>
      </p:sp>
      <p:sp>
        <p:nvSpPr>
          <p:cNvPr id="13" name="Slide Number Placeholder 5">
            <a:extLst>
              <a:ext uri="{FF2B5EF4-FFF2-40B4-BE49-F238E27FC236}">
                <a16:creationId xmlns:a16="http://schemas.microsoft.com/office/drawing/2014/main" id="{AC67A5E3-859E-6C58-F743-30363F4D25AE}"/>
              </a:ext>
            </a:extLst>
          </p:cNvPr>
          <p:cNvSpPr txBox="1">
            <a:spLocks/>
          </p:cNvSpPr>
          <p:nvPr userDrawn="1"/>
        </p:nvSpPr>
        <p:spPr>
          <a:xfrm>
            <a:off x="338138" y="6133005"/>
            <a:ext cx="904875" cy="365125"/>
          </a:xfrm>
          <a:prstGeom prst="rect">
            <a:avLst/>
          </a:prstGeom>
        </p:spPr>
        <p:txBody>
          <a:bodyPr vert="horz" lIns="0" tIns="0" rIns="0" bIns="0" rtlCol="0" anchor="b" anchorCtr="0"/>
          <a:lstStyle>
            <a:defPPr>
              <a:defRPr lang="en-US"/>
            </a:defPPr>
            <a:lvl1pPr marL="0" algn="l" defTabSz="914400" rtl="0" eaLnBrk="1" latinLnBrk="0" hangingPunct="1">
              <a:lnSpc>
                <a:spcPct val="85000"/>
              </a:lnSpc>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n-GB" sz="1200" b="0" i="0" u="none" strike="noStrike" kern="1200" cap="none" spc="0" normalizeH="0" baseline="0" noProof="0">
                <a:ln>
                  <a:noFill/>
                </a:ln>
                <a:solidFill>
                  <a:schemeClr val="tx1"/>
                </a:solidFill>
                <a:effectLst/>
                <a:uLnTx/>
                <a:uFillTx/>
                <a:latin typeface="Calibri" panose="020F0502020204030204"/>
                <a:ea typeface="+mn-ea"/>
                <a:cs typeface="+mn-cs"/>
              </a:rPr>
              <a:t>Page </a:t>
            </a:r>
            <a:fld id="{A30585B2-4AE5-4E24-B2F9-21CF896AC489}" type="slidenum">
              <a:rPr kumimoji="0" lang="en-GB" sz="1200" b="0" i="0" u="none" strike="noStrike" kern="1200" cap="none" spc="0" normalizeH="0" baseline="0" noProof="0" smtClean="0">
                <a:ln>
                  <a:noFill/>
                </a:ln>
                <a:solidFill>
                  <a:schemeClr val="tx1"/>
                </a:solidFill>
                <a:effectLst/>
                <a:uLnTx/>
                <a:uFillTx/>
                <a:latin typeface="Calibri" panose="020F0502020204030204"/>
                <a:ea typeface="+mn-ea"/>
                <a:cs typeface="+mn-cs"/>
              </a:rPr>
              <a:pPr marL="0" marR="0" lvl="0" indent="0" algn="l" defTabSz="914400" rtl="0" eaLnBrk="1" fontAlgn="auto" latinLnBrk="0" hangingPunct="1">
                <a:lnSpc>
                  <a:spcPct val="85000"/>
                </a:lnSpc>
                <a:spcBef>
                  <a:spcPts val="0"/>
                </a:spcBef>
                <a:spcAft>
                  <a:spcPts val="0"/>
                </a:spcAft>
                <a:buClrTx/>
                <a:buSzTx/>
                <a:buFontTx/>
                <a:buNone/>
                <a:tabLst/>
                <a:defRPr/>
              </a:pPr>
              <a:t>‹#›</a:t>
            </a:fld>
            <a:endParaRPr kumimoji="0" lang="en-GB" sz="1200" b="0" i="0" u="none" strike="noStrike" kern="1200" cap="none" spc="0" normalizeH="0" baseline="0" noProof="0">
              <a:ln>
                <a:noFill/>
              </a:ln>
              <a:solidFill>
                <a:schemeClr val="tx1"/>
              </a:solidFill>
              <a:effectLst/>
              <a:uLnTx/>
              <a:uFillTx/>
              <a:latin typeface="Calibri" panose="020F0502020204030204"/>
              <a:ea typeface="+mn-ea"/>
              <a:cs typeface="+mn-cs"/>
            </a:endParaRPr>
          </a:p>
        </p:txBody>
      </p:sp>
      <p:cxnSp>
        <p:nvCxnSpPr>
          <p:cNvPr id="6" name="Straight Connector 5">
            <a:extLst>
              <a:ext uri="{FF2B5EF4-FFF2-40B4-BE49-F238E27FC236}">
                <a16:creationId xmlns:a16="http://schemas.microsoft.com/office/drawing/2014/main" id="{4F4459E0-3C42-1528-682F-0631964AF215}"/>
              </a:ext>
            </a:extLst>
          </p:cNvPr>
          <p:cNvCxnSpPr>
            <a:cxnSpLocks/>
          </p:cNvCxnSpPr>
          <p:nvPr userDrawn="1"/>
        </p:nvCxnSpPr>
        <p:spPr>
          <a:xfrm>
            <a:off x="347663" y="6087665"/>
            <a:ext cx="1148715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4475082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Appendix Slide">
    <p:bg>
      <p:bgPr>
        <a:blipFill dpi="0" rotWithShape="1">
          <a:blip r:embed="rId2">
            <a:alphaModFix amt="35000"/>
            <a:lum/>
          </a:blip>
          <a:srcRect/>
          <a:stretch>
            <a:fillRect/>
          </a:stretch>
        </a:blipFill>
        <a:effectLst/>
      </p:bgPr>
    </p:bg>
    <p:spTree>
      <p:nvGrpSpPr>
        <p:cNvPr id="1" name=""/>
        <p:cNvGrpSpPr/>
        <p:nvPr/>
      </p:nvGrpSpPr>
      <p:grpSpPr>
        <a:xfrm>
          <a:off x="0" y="0"/>
          <a:ext cx="0" cy="0"/>
          <a:chOff x="0" y="0"/>
          <a:chExt cx="0" cy="0"/>
        </a:xfrm>
      </p:grpSpPr>
      <p:sp>
        <p:nvSpPr>
          <p:cNvPr id="4" name="Content Placeholder 12">
            <a:extLst>
              <a:ext uri="{FF2B5EF4-FFF2-40B4-BE49-F238E27FC236}">
                <a16:creationId xmlns:a16="http://schemas.microsoft.com/office/drawing/2014/main" id="{8A449E67-25F4-0115-8786-3325B66EE76D}"/>
              </a:ext>
            </a:extLst>
          </p:cNvPr>
          <p:cNvSpPr>
            <a:spLocks noGrp="1"/>
          </p:cNvSpPr>
          <p:nvPr>
            <p:ph sz="quarter" idx="10"/>
          </p:nvPr>
        </p:nvSpPr>
        <p:spPr>
          <a:xfrm>
            <a:off x="348314" y="1412875"/>
            <a:ext cx="11480800" cy="4575063"/>
          </a:xfrm>
        </p:spPr>
        <p:txBody>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3" name="Title Placeholder 1">
            <a:extLst>
              <a:ext uri="{FF2B5EF4-FFF2-40B4-BE49-F238E27FC236}">
                <a16:creationId xmlns:a16="http://schemas.microsoft.com/office/drawing/2014/main" id="{422B2C43-9BC6-A9C0-A310-150EA6DCB2DC}"/>
              </a:ext>
            </a:extLst>
          </p:cNvPr>
          <p:cNvSpPr>
            <a:spLocks noGrp="1"/>
          </p:cNvSpPr>
          <p:nvPr>
            <p:ph type="title"/>
          </p:nvPr>
        </p:nvSpPr>
        <p:spPr>
          <a:xfrm>
            <a:off x="348314" y="476250"/>
            <a:ext cx="11480800" cy="684214"/>
          </a:xfrm>
          <a:prstGeom prst="rect">
            <a:avLst/>
          </a:prstGeom>
        </p:spPr>
        <p:txBody>
          <a:bodyPr vert="horz" lIns="0" tIns="0" rIns="0" bIns="0" rtlCol="0" anchor="t" anchorCtr="0">
            <a:noAutofit/>
          </a:bodyPr>
          <a:lstStyle/>
          <a:p>
            <a:r>
              <a:rPr lang="en-US" noProof="0" dirty="0"/>
              <a:t>Click to edit Master title style</a:t>
            </a:r>
          </a:p>
        </p:txBody>
      </p:sp>
    </p:spTree>
    <p:extLst>
      <p:ext uri="{BB962C8B-B14F-4D97-AF65-F5344CB8AC3E}">
        <p14:creationId xmlns:p14="http://schemas.microsoft.com/office/powerpoint/2010/main" val="228508614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2_Legal Disclaimer">
    <p:bg>
      <p:bgPr>
        <a:blipFill dpi="0" rotWithShape="1">
          <a:blip r:embed="rId2">
            <a:alphaModFix amt="80000"/>
            <a:lum/>
          </a:blip>
          <a:srcRect/>
          <a:stretch>
            <a:fillRect/>
          </a:stretch>
        </a:blipFill>
        <a:effectLst/>
      </p:bgPr>
    </p:bg>
    <p:spTree>
      <p:nvGrpSpPr>
        <p:cNvPr id="1" name=""/>
        <p:cNvGrpSpPr/>
        <p:nvPr/>
      </p:nvGrpSpPr>
      <p:grpSpPr>
        <a:xfrm>
          <a:off x="0" y="0"/>
          <a:ext cx="0" cy="0"/>
          <a:chOff x="0" y="0"/>
          <a:chExt cx="0" cy="0"/>
        </a:xfrm>
      </p:grpSpPr>
      <p:cxnSp>
        <p:nvCxnSpPr>
          <p:cNvPr id="17" name="Straight Connector 16">
            <a:extLst>
              <a:ext uri="{FF2B5EF4-FFF2-40B4-BE49-F238E27FC236}">
                <a16:creationId xmlns:a16="http://schemas.microsoft.com/office/drawing/2014/main" id="{F1929A7B-7AA3-37E6-4A32-E1BE42055872}"/>
              </a:ext>
            </a:extLst>
          </p:cNvPr>
          <p:cNvCxnSpPr>
            <a:cxnSpLocks/>
          </p:cNvCxnSpPr>
          <p:nvPr userDrawn="1"/>
        </p:nvCxnSpPr>
        <p:spPr>
          <a:xfrm>
            <a:off x="347663" y="6087665"/>
            <a:ext cx="1148715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18" name="Graphic 17">
            <a:extLst>
              <a:ext uri="{FF2B5EF4-FFF2-40B4-BE49-F238E27FC236}">
                <a16:creationId xmlns:a16="http://schemas.microsoft.com/office/drawing/2014/main" id="{8E1B4304-3246-96A1-6FAB-4DB13DB092D8}"/>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0670000" y="6247807"/>
            <a:ext cx="1166400" cy="250323"/>
          </a:xfrm>
          <a:prstGeom prst="rect">
            <a:avLst/>
          </a:prstGeom>
        </p:spPr>
      </p:pic>
      <p:sp>
        <p:nvSpPr>
          <p:cNvPr id="19" name="Footer Placeholder 4">
            <a:extLst>
              <a:ext uri="{FF2B5EF4-FFF2-40B4-BE49-F238E27FC236}">
                <a16:creationId xmlns:a16="http://schemas.microsoft.com/office/drawing/2014/main" id="{DA247BFF-6DF6-E7B6-57ED-81C28558DE88}"/>
              </a:ext>
            </a:extLst>
          </p:cNvPr>
          <p:cNvSpPr txBox="1">
            <a:spLocks/>
          </p:cNvSpPr>
          <p:nvPr userDrawn="1"/>
        </p:nvSpPr>
        <p:spPr>
          <a:xfrm>
            <a:off x="3518016" y="6259022"/>
            <a:ext cx="4511047" cy="239108"/>
          </a:xfrm>
          <a:prstGeom prst="rect">
            <a:avLst/>
          </a:prstGeom>
        </p:spPr>
        <p:txBody>
          <a:bodyPr vert="horz" lIns="0" tIns="0" rIns="0" bIns="0" rtlCol="0" anchor="b" anchorCtr="0">
            <a:normAutofit/>
          </a:bodyPr>
          <a:lstStyle>
            <a:defPPr>
              <a:defRPr lang="en-US"/>
            </a:defPPr>
            <a:lvl1pPr marL="0" algn="ctr" defTabSz="914400" rtl="0" eaLnBrk="1" latinLnBrk="0" hangingPunct="1">
              <a:lnSpc>
                <a:spcPct val="85000"/>
              </a:lnSpc>
              <a:defRPr sz="7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noProof="0" dirty="0">
                <a:solidFill>
                  <a:schemeClr val="tx1"/>
                </a:solidFill>
              </a:rPr>
              <a:t>Copyright </a:t>
            </a:r>
            <a:r>
              <a:rPr lang="en-US" b="0" i="0" u="none" strike="noStrike" noProof="0" dirty="0">
                <a:solidFill>
                  <a:srgbClr val="000000"/>
                </a:solidFill>
                <a:effectLst/>
                <a:latin typeface="Calibri" panose="020F0502020204030204" pitchFamily="34" charset="0"/>
              </a:rPr>
              <a:t>© 2024 TechTarget, Inc. or its subsidiaries. All rights reserved.</a:t>
            </a:r>
            <a:endParaRPr lang="en-US" noProof="0" dirty="0">
              <a:solidFill>
                <a:schemeClr val="tx1"/>
              </a:solidFill>
            </a:endParaRPr>
          </a:p>
        </p:txBody>
      </p:sp>
      <p:sp>
        <p:nvSpPr>
          <p:cNvPr id="20" name="Slide Number Placeholder 5">
            <a:extLst>
              <a:ext uri="{FF2B5EF4-FFF2-40B4-BE49-F238E27FC236}">
                <a16:creationId xmlns:a16="http://schemas.microsoft.com/office/drawing/2014/main" id="{C3541C01-2163-8CDB-015B-E40D545A65A0}"/>
              </a:ext>
            </a:extLst>
          </p:cNvPr>
          <p:cNvSpPr txBox="1">
            <a:spLocks/>
          </p:cNvSpPr>
          <p:nvPr userDrawn="1"/>
        </p:nvSpPr>
        <p:spPr>
          <a:xfrm>
            <a:off x="338138" y="6133005"/>
            <a:ext cx="904875" cy="365125"/>
          </a:xfrm>
          <a:prstGeom prst="rect">
            <a:avLst/>
          </a:prstGeom>
        </p:spPr>
        <p:txBody>
          <a:bodyPr vert="horz" lIns="0" tIns="0" rIns="0" bIns="0" rtlCol="0" anchor="b" anchorCtr="0"/>
          <a:lstStyle>
            <a:defPPr>
              <a:defRPr lang="en-US"/>
            </a:defPPr>
            <a:lvl1pPr marL="0" algn="l" defTabSz="914400" rtl="0" eaLnBrk="1" latinLnBrk="0" hangingPunct="1">
              <a:lnSpc>
                <a:spcPct val="85000"/>
              </a:lnSpc>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Calibri" panose="020F0502020204030204"/>
                <a:ea typeface="+mn-ea"/>
                <a:cs typeface="+mn-cs"/>
              </a:rPr>
              <a:t>Page </a:t>
            </a:r>
            <a:fld id="{A30585B2-4AE5-4E24-B2F9-21CF896AC489}" type="slidenum">
              <a:rPr kumimoji="0" lang="en-US" sz="1200" b="0" i="0" u="none" strike="noStrike" kern="1200" cap="none" spc="0" normalizeH="0" baseline="0" noProof="0" smtClean="0">
                <a:ln>
                  <a:noFill/>
                </a:ln>
                <a:solidFill>
                  <a:srgbClr val="000000"/>
                </a:solidFill>
                <a:effectLst/>
                <a:uLnTx/>
                <a:uFillTx/>
                <a:latin typeface="Calibri" panose="020F0502020204030204"/>
                <a:ea typeface="+mn-ea"/>
                <a:cs typeface="+mn-cs"/>
              </a:rPr>
              <a:pPr marL="0" marR="0" lvl="0" indent="0" algn="l" defTabSz="914400" rtl="0" eaLnBrk="1" fontAlgn="auto" latinLnBrk="0" hangingPunct="1">
                <a:lnSpc>
                  <a:spcPct val="85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2" name="TextBox 1">
            <a:extLst>
              <a:ext uri="{FF2B5EF4-FFF2-40B4-BE49-F238E27FC236}">
                <a16:creationId xmlns:a16="http://schemas.microsoft.com/office/drawing/2014/main" id="{DD24755D-5617-5366-D657-B04DEEA918E8}"/>
              </a:ext>
            </a:extLst>
          </p:cNvPr>
          <p:cNvSpPr txBox="1"/>
          <p:nvPr userDrawn="1"/>
        </p:nvSpPr>
        <p:spPr>
          <a:xfrm>
            <a:off x="256585" y="3884093"/>
            <a:ext cx="7676153" cy="2308324"/>
          </a:xfrm>
          <a:prstGeom prst="rect">
            <a:avLst/>
          </a:prstGeom>
          <a:noFill/>
        </p:spPr>
        <p:txBody>
          <a:bodyPr wrap="square" numCol="3" rtlCol="0" anchor="b">
            <a:spAutoFit/>
          </a:bodyPr>
          <a:lstStyle/>
          <a:p>
            <a:endParaRPr lang="en-US" sz="1200" b="1" noProof="0" dirty="0">
              <a:solidFill>
                <a:schemeClr val="accent1"/>
              </a:solidFill>
            </a:endParaRPr>
          </a:p>
          <a:p>
            <a:r>
              <a:rPr lang="en-US" sz="1200" b="1" noProof="0" dirty="0">
                <a:solidFill>
                  <a:schemeClr val="accent1"/>
                </a:solidFill>
              </a:rPr>
              <a:t>Get in touch</a:t>
            </a:r>
          </a:p>
          <a:p>
            <a:r>
              <a:rPr lang="en-US" sz="1200" noProof="0" dirty="0">
                <a:solidFill>
                  <a:schemeClr val="tx1"/>
                </a:solidFill>
              </a:rPr>
              <a:t>Americas</a:t>
            </a:r>
          </a:p>
          <a:p>
            <a:r>
              <a:rPr lang="en-US" sz="1200" noProof="0" dirty="0">
                <a:solidFill>
                  <a:schemeClr val="accent1"/>
                </a:solidFill>
                <a:hlinkClick r:id="rId5">
                  <a:extLst>
                    <a:ext uri="{A12FA001-AC4F-418D-AE19-62706E023703}">
                      <ahyp:hlinkClr xmlns:ahyp="http://schemas.microsoft.com/office/drawing/2018/hyperlinkcolor" val="tx"/>
                    </a:ext>
                  </a:extLst>
                </a:hlinkClick>
              </a:rPr>
              <a:t>customersuccess@omdia.com</a:t>
            </a:r>
            <a:r>
              <a:rPr lang="en-US" sz="1200" noProof="0" dirty="0">
                <a:solidFill>
                  <a:schemeClr val="tx1"/>
                </a:solidFill>
              </a:rPr>
              <a:t> </a:t>
            </a:r>
          </a:p>
          <a:p>
            <a:r>
              <a:rPr lang="en-US" sz="1200" noProof="0" dirty="0">
                <a:solidFill>
                  <a:schemeClr val="tx1"/>
                </a:solidFill>
              </a:rPr>
              <a:t>08:00 – 18:00 GMT -5</a:t>
            </a:r>
          </a:p>
          <a:p>
            <a:endParaRPr lang="en-US" sz="1200" noProof="0" dirty="0">
              <a:solidFill>
                <a:schemeClr val="tx1"/>
              </a:solidFill>
            </a:endParaRPr>
          </a:p>
          <a:p>
            <a:endParaRPr lang="en-US" sz="1200" noProof="0" dirty="0">
              <a:solidFill>
                <a:schemeClr val="tx1"/>
              </a:solidFill>
            </a:endParaRPr>
          </a:p>
          <a:p>
            <a:endParaRPr lang="en-US" sz="1200" noProof="0" dirty="0">
              <a:solidFill>
                <a:schemeClr val="tx1"/>
              </a:solidFill>
            </a:endParaRPr>
          </a:p>
          <a:p>
            <a:endParaRPr lang="en-US" sz="1200" noProof="0" dirty="0">
              <a:solidFill>
                <a:schemeClr val="tx1"/>
              </a:solidFill>
            </a:endParaRPr>
          </a:p>
          <a:p>
            <a:endParaRPr lang="en-US" sz="1200" noProof="0" dirty="0">
              <a:solidFill>
                <a:schemeClr val="tx1"/>
              </a:solidFill>
            </a:endParaRPr>
          </a:p>
          <a:p>
            <a:endParaRPr lang="en-US" sz="1200" noProof="0" dirty="0">
              <a:solidFill>
                <a:schemeClr val="tx1"/>
              </a:solidFill>
            </a:endParaRPr>
          </a:p>
          <a:p>
            <a:endParaRPr lang="en-US" sz="1200" noProof="0" dirty="0">
              <a:solidFill>
                <a:schemeClr val="tx1"/>
              </a:solidFill>
            </a:endParaRPr>
          </a:p>
          <a:p>
            <a:endParaRPr lang="en-US" sz="1200" noProof="0" dirty="0">
              <a:solidFill>
                <a:schemeClr val="tx1"/>
              </a:solidFill>
            </a:endParaRPr>
          </a:p>
          <a:p>
            <a:endParaRPr lang="en-US" sz="1200" noProof="0" dirty="0">
              <a:solidFill>
                <a:schemeClr val="tx1"/>
              </a:solidFill>
            </a:endParaRPr>
          </a:p>
          <a:p>
            <a:r>
              <a:rPr lang="en-US" sz="1200" noProof="0" dirty="0">
                <a:solidFill>
                  <a:schemeClr val="tx1"/>
                </a:solidFill>
              </a:rPr>
              <a:t>Europe, Middle East &amp; Africa</a:t>
            </a:r>
          </a:p>
          <a:p>
            <a:r>
              <a:rPr lang="en-US" sz="1200" noProof="0" dirty="0">
                <a:solidFill>
                  <a:schemeClr val="accent1"/>
                </a:solidFill>
                <a:hlinkClick r:id="rId5">
                  <a:extLst>
                    <a:ext uri="{A12FA001-AC4F-418D-AE19-62706E023703}">
                      <ahyp:hlinkClr xmlns:ahyp="http://schemas.microsoft.com/office/drawing/2018/hyperlinkcolor" val="tx"/>
                    </a:ext>
                  </a:extLst>
                </a:hlinkClick>
              </a:rPr>
              <a:t>customersuccess@omdia.com</a:t>
            </a:r>
            <a:r>
              <a:rPr lang="en-US" sz="1200" noProof="0" dirty="0">
                <a:solidFill>
                  <a:schemeClr val="accent1"/>
                </a:solidFill>
              </a:rPr>
              <a:t> </a:t>
            </a:r>
          </a:p>
          <a:p>
            <a:r>
              <a:rPr lang="en-US" sz="1200" noProof="0" dirty="0">
                <a:solidFill>
                  <a:schemeClr val="tx1"/>
                </a:solidFill>
              </a:rPr>
              <a:t>8:00 – 18:00 GMT</a:t>
            </a:r>
          </a:p>
          <a:p>
            <a:endParaRPr lang="en-US" sz="1200" noProof="0" dirty="0">
              <a:solidFill>
                <a:schemeClr val="tx1"/>
              </a:solidFill>
            </a:endParaRPr>
          </a:p>
          <a:p>
            <a:endParaRPr lang="en-US" sz="1200" noProof="0" dirty="0">
              <a:solidFill>
                <a:schemeClr val="tx1"/>
              </a:solidFill>
            </a:endParaRPr>
          </a:p>
          <a:p>
            <a:endParaRPr lang="en-US" sz="1200" noProof="0" dirty="0">
              <a:solidFill>
                <a:schemeClr val="tx1"/>
              </a:solidFill>
            </a:endParaRPr>
          </a:p>
          <a:p>
            <a:endParaRPr lang="en-US" sz="1200" noProof="0" dirty="0">
              <a:solidFill>
                <a:schemeClr val="tx1"/>
              </a:solidFill>
            </a:endParaRPr>
          </a:p>
          <a:p>
            <a:endParaRPr lang="en-US" sz="1200" noProof="0" dirty="0">
              <a:solidFill>
                <a:schemeClr val="tx1"/>
              </a:solidFill>
            </a:endParaRPr>
          </a:p>
          <a:p>
            <a:endParaRPr lang="en-US" sz="1200" noProof="0" dirty="0">
              <a:solidFill>
                <a:schemeClr val="tx1"/>
              </a:solidFill>
            </a:endParaRPr>
          </a:p>
          <a:p>
            <a:endParaRPr lang="en-US" sz="1200" noProof="0" dirty="0">
              <a:solidFill>
                <a:schemeClr val="tx1"/>
              </a:solidFill>
            </a:endParaRPr>
          </a:p>
          <a:p>
            <a:endParaRPr lang="en-US" sz="1200" noProof="0" dirty="0">
              <a:solidFill>
                <a:schemeClr val="tx1"/>
              </a:solidFill>
            </a:endParaRPr>
          </a:p>
          <a:p>
            <a:endParaRPr lang="en-US" sz="1200" noProof="0" dirty="0">
              <a:solidFill>
                <a:schemeClr val="tx1"/>
              </a:solidFill>
            </a:endParaRPr>
          </a:p>
          <a:p>
            <a:r>
              <a:rPr lang="en-US" sz="1200" noProof="0" dirty="0">
                <a:solidFill>
                  <a:schemeClr val="tx1"/>
                </a:solidFill>
              </a:rPr>
              <a:t>Asia Pacific</a:t>
            </a:r>
          </a:p>
          <a:p>
            <a:r>
              <a:rPr lang="en-US" sz="1200" noProof="0" dirty="0">
                <a:solidFill>
                  <a:schemeClr val="accent1"/>
                </a:solidFill>
                <a:hlinkClick r:id="rId5">
                  <a:extLst>
                    <a:ext uri="{A12FA001-AC4F-418D-AE19-62706E023703}">
                      <ahyp:hlinkClr xmlns:ahyp="http://schemas.microsoft.com/office/drawing/2018/hyperlinkcolor" val="tx"/>
                    </a:ext>
                  </a:extLst>
                </a:hlinkClick>
              </a:rPr>
              <a:t>customersuccess@omdia.com</a:t>
            </a:r>
            <a:r>
              <a:rPr lang="en-US" sz="1200" noProof="0" dirty="0">
                <a:solidFill>
                  <a:schemeClr val="accent1"/>
                </a:solidFill>
              </a:rPr>
              <a:t> </a:t>
            </a:r>
          </a:p>
          <a:p>
            <a:r>
              <a:rPr lang="en-US" sz="1200" noProof="0" dirty="0">
                <a:solidFill>
                  <a:schemeClr val="tx1"/>
                </a:solidFill>
              </a:rPr>
              <a:t>08:00 – 18:00 GMT + 8</a:t>
            </a:r>
          </a:p>
        </p:txBody>
      </p:sp>
      <p:sp>
        <p:nvSpPr>
          <p:cNvPr id="3" name="TextBox 2">
            <a:extLst>
              <a:ext uri="{FF2B5EF4-FFF2-40B4-BE49-F238E27FC236}">
                <a16:creationId xmlns:a16="http://schemas.microsoft.com/office/drawing/2014/main" id="{11C95331-9EA7-DC33-BF10-47D012667644}"/>
              </a:ext>
            </a:extLst>
          </p:cNvPr>
          <p:cNvSpPr txBox="1"/>
          <p:nvPr userDrawn="1"/>
        </p:nvSpPr>
        <p:spPr>
          <a:xfrm>
            <a:off x="256585" y="483116"/>
            <a:ext cx="9635127" cy="3185487"/>
          </a:xfrm>
          <a:prstGeom prst="rect">
            <a:avLst/>
          </a:prstGeom>
          <a:noFill/>
        </p:spPr>
        <p:txBody>
          <a:bodyPr wrap="square" tIns="0" rtlCol="0">
            <a:spAutoFit/>
          </a:bodyPr>
          <a:lstStyle/>
          <a:p>
            <a:r>
              <a:rPr lang="en-US" sz="1200" b="1" noProof="0" dirty="0">
                <a:solidFill>
                  <a:schemeClr val="accent1"/>
                </a:solidFill>
              </a:rPr>
              <a:t>Disclaimer</a:t>
            </a:r>
            <a:br>
              <a:rPr lang="en-US" sz="1200" noProof="0" dirty="0">
                <a:solidFill>
                  <a:schemeClr val="tx1"/>
                </a:solidFill>
              </a:rPr>
            </a:br>
            <a:br>
              <a:rPr lang="en-US" sz="1200" noProof="0" dirty="0">
                <a:solidFill>
                  <a:schemeClr val="tx1"/>
                </a:solidFill>
              </a:rPr>
            </a:br>
            <a:r>
              <a:rPr lang="en-US" sz="1200" b="0" i="0" u="none" strike="noStrike" noProof="0" dirty="0">
                <a:solidFill>
                  <a:srgbClr val="000000"/>
                </a:solidFill>
                <a:effectLst/>
                <a:latin typeface="Calibri" panose="020F0502020204030204" pitchFamily="34" charset="0"/>
              </a:rPr>
              <a:t>The Omdia research, data, and information referenced herein (the “Omdia Materials”) are the copyrighted property of TechTarget, Inc. and its subsidiaries or affiliates (together “Informa TechTarget”) or its third-party data providers and represent data, research, opinions, or viewpoints published by Informa TechTarget and are not representations of fact.</a:t>
            </a:r>
          </a:p>
          <a:p>
            <a:endParaRPr lang="en-US" sz="1200" b="0" i="0" u="none" strike="noStrike" noProof="0" dirty="0">
              <a:solidFill>
                <a:srgbClr val="000000"/>
              </a:solidFill>
              <a:effectLst/>
              <a:latin typeface="Calibri" panose="020F0502020204030204" pitchFamily="34" charset="0"/>
            </a:endParaRPr>
          </a:p>
          <a:p>
            <a:r>
              <a:rPr lang="en-US" sz="1200" b="0" i="0" u="none" strike="noStrike" noProof="0" dirty="0">
                <a:solidFill>
                  <a:srgbClr val="000000"/>
                </a:solidFill>
                <a:effectLst/>
                <a:latin typeface="Calibri" panose="020F0502020204030204" pitchFamily="34" charset="0"/>
              </a:rPr>
              <a:t>The Omdia Materials reflect information and opinions from the original publication date and not from the date of this document. The information and opinions expressed in the Omdia Materials are subject to change without notice, and Informa TechTarget does not have any duty or responsibility to update the Omdia Materials or this publication as a result. </a:t>
            </a:r>
          </a:p>
          <a:p>
            <a:endParaRPr lang="en-US" sz="1200" b="0" i="0" u="none" strike="noStrike" noProof="0" dirty="0">
              <a:solidFill>
                <a:srgbClr val="000000"/>
              </a:solidFill>
              <a:effectLst/>
              <a:latin typeface="Calibri" panose="020F0502020204030204" pitchFamily="34" charset="0"/>
            </a:endParaRPr>
          </a:p>
          <a:p>
            <a:r>
              <a:rPr lang="en-US" sz="1200" b="0" i="0" u="none" strike="noStrike" noProof="0" dirty="0">
                <a:solidFill>
                  <a:srgbClr val="000000"/>
                </a:solidFill>
                <a:effectLst/>
                <a:latin typeface="Calibri" panose="020F0502020204030204" pitchFamily="34" charset="0"/>
              </a:rPr>
              <a:t>Omdia Materials are delivered on an “as-is” and “as-available” basis. No representation or warranty, express or implied, is made as to the fairness, accuracy, completeness, or correctness of the information, opinions, and conclusions contained in Omdia Materials. </a:t>
            </a:r>
          </a:p>
          <a:p>
            <a:endParaRPr lang="en-US" sz="1200" b="0" i="0" u="none" strike="noStrike" noProof="0" dirty="0">
              <a:solidFill>
                <a:srgbClr val="000000"/>
              </a:solidFill>
              <a:effectLst/>
              <a:latin typeface="Calibri" panose="020F0502020204030204" pitchFamily="34" charset="0"/>
            </a:endParaRPr>
          </a:p>
          <a:p>
            <a:r>
              <a:rPr lang="en-US" sz="1200" b="0" i="0" u="none" strike="noStrike" noProof="0" dirty="0">
                <a:solidFill>
                  <a:srgbClr val="000000"/>
                </a:solidFill>
                <a:effectLst/>
                <a:latin typeface="Calibri" panose="020F0502020204030204" pitchFamily="34" charset="0"/>
              </a:rPr>
              <a:t>To the maximum extent permitted by law, Informa TechTarget and its affiliates, officers, directors, employees, agents, and third-party data providers disclaim any liability (including, without limitation, any liability arising from fault or negligence) as to the accuracy or completeness or use of the Omdia Materials. Informa TechTarget will not, under any circumstance whatsoever, be liable for any trading, investment, commercial, or other decisions based on or made in reliance of the Omdia Materials.</a:t>
            </a:r>
            <a:endParaRPr lang="en-US" sz="1200" noProof="0" dirty="0">
              <a:solidFill>
                <a:schemeClr val="tx1"/>
              </a:solidFill>
            </a:endParaRPr>
          </a:p>
        </p:txBody>
      </p:sp>
    </p:spTree>
    <p:extLst>
      <p:ext uri="{BB962C8B-B14F-4D97-AF65-F5344CB8AC3E}">
        <p14:creationId xmlns:p14="http://schemas.microsoft.com/office/powerpoint/2010/main" val="48871819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userDrawn="1">
  <p:cSld name="quot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DEFE22-3D98-58BA-0310-630442A9E996}"/>
              </a:ext>
            </a:extLst>
          </p:cNvPr>
          <p:cNvSpPr>
            <a:spLocks noGrp="1"/>
          </p:cNvSpPr>
          <p:nvPr>
            <p:ph type="title" hasCustomPrompt="1"/>
          </p:nvPr>
        </p:nvSpPr>
        <p:spPr>
          <a:xfrm>
            <a:off x="338473" y="465696"/>
            <a:ext cx="9544050" cy="3373200"/>
          </a:xfrm>
        </p:spPr>
        <p:txBody>
          <a:bodyPr anchor="b"/>
          <a:lstStyle>
            <a:lvl1pPr>
              <a:defRPr sz="5600">
                <a:solidFill>
                  <a:schemeClr val="bg1"/>
                </a:solidFill>
              </a:defRPr>
            </a:lvl1pPr>
          </a:lstStyle>
          <a:p>
            <a:r>
              <a:rPr lang="en-US"/>
              <a:t>“Example catalyst text of up to six lines; that is, no more than 25 words or so.”</a:t>
            </a:r>
            <a:endParaRPr lang="en-GB"/>
          </a:p>
        </p:txBody>
      </p:sp>
      <p:sp>
        <p:nvSpPr>
          <p:cNvPr id="13" name="Slide Number Placeholder 5">
            <a:extLst>
              <a:ext uri="{FF2B5EF4-FFF2-40B4-BE49-F238E27FC236}">
                <a16:creationId xmlns:a16="http://schemas.microsoft.com/office/drawing/2014/main" id="{A29FA0C4-737C-755A-3EFF-97CA2ACA45D6}"/>
              </a:ext>
            </a:extLst>
          </p:cNvPr>
          <p:cNvSpPr>
            <a:spLocks noGrp="1"/>
          </p:cNvSpPr>
          <p:nvPr>
            <p:ph type="sldNum" sz="quarter" idx="4"/>
          </p:nvPr>
        </p:nvSpPr>
        <p:spPr>
          <a:xfrm>
            <a:off x="347663" y="6171324"/>
            <a:ext cx="904875" cy="365125"/>
          </a:xfrm>
          <a:prstGeom prst="rect">
            <a:avLst/>
          </a:prstGeom>
        </p:spPr>
        <p:txBody>
          <a:bodyPr vert="horz" lIns="0" tIns="0" rIns="0" bIns="0" rtlCol="0" anchor="b" anchorCtr="0"/>
          <a:lstStyle>
            <a:defPPr>
              <a:defRPr lang="en-US"/>
            </a:defPPr>
            <a:lvl1pPr marL="0" algn="l" defTabSz="914400" rtl="0" eaLnBrk="1" latinLnBrk="0" hangingPunct="1">
              <a:lnSpc>
                <a:spcPct val="85000"/>
              </a:lnSpc>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dirty="0"/>
              <a:t>Page </a:t>
            </a:r>
            <a:fld id="{A30585B2-4AE5-4E24-B2F9-21CF896AC489}" type="slidenum">
              <a:rPr lang="en-GB" smtClean="0"/>
              <a:pPr/>
              <a:t>‹#›</a:t>
            </a:fld>
            <a:endParaRPr lang="en-GB" dirty="0"/>
          </a:p>
        </p:txBody>
      </p:sp>
      <p:cxnSp>
        <p:nvCxnSpPr>
          <p:cNvPr id="14" name="Straight Connector 13">
            <a:extLst>
              <a:ext uri="{FF2B5EF4-FFF2-40B4-BE49-F238E27FC236}">
                <a16:creationId xmlns:a16="http://schemas.microsoft.com/office/drawing/2014/main" id="{1C196BFC-8080-32FA-0E02-68757B424FBF}"/>
              </a:ext>
            </a:extLst>
          </p:cNvPr>
          <p:cNvCxnSpPr>
            <a:cxnSpLocks/>
          </p:cNvCxnSpPr>
          <p:nvPr userDrawn="1"/>
        </p:nvCxnSpPr>
        <p:spPr>
          <a:xfrm>
            <a:off x="347663" y="6087665"/>
            <a:ext cx="11487150" cy="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pic>
        <p:nvPicPr>
          <p:cNvPr id="15" name="Graphic 14">
            <a:extLst>
              <a:ext uri="{FF2B5EF4-FFF2-40B4-BE49-F238E27FC236}">
                <a16:creationId xmlns:a16="http://schemas.microsoft.com/office/drawing/2014/main" id="{22E54122-2FEC-83B1-42E6-6EC85FB928B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670000" y="6247807"/>
            <a:ext cx="1166400" cy="250323"/>
          </a:xfrm>
          <a:prstGeom prst="rect">
            <a:avLst/>
          </a:prstGeom>
        </p:spPr>
      </p:pic>
      <p:sp>
        <p:nvSpPr>
          <p:cNvPr id="16" name="Footer Placeholder 4">
            <a:extLst>
              <a:ext uri="{FF2B5EF4-FFF2-40B4-BE49-F238E27FC236}">
                <a16:creationId xmlns:a16="http://schemas.microsoft.com/office/drawing/2014/main" id="{99824E61-7832-7346-5B5C-A5219D43CF0B}"/>
              </a:ext>
            </a:extLst>
          </p:cNvPr>
          <p:cNvSpPr txBox="1">
            <a:spLocks/>
          </p:cNvSpPr>
          <p:nvPr userDrawn="1"/>
        </p:nvSpPr>
        <p:spPr>
          <a:xfrm>
            <a:off x="3518016" y="6259022"/>
            <a:ext cx="4511047" cy="239108"/>
          </a:xfrm>
          <a:prstGeom prst="rect">
            <a:avLst/>
          </a:prstGeom>
        </p:spPr>
        <p:txBody>
          <a:bodyPr vert="horz" lIns="0" tIns="0" rIns="0" bIns="0" rtlCol="0" anchor="b" anchorCtr="0">
            <a:normAutofit/>
          </a:bodyPr>
          <a:lstStyle>
            <a:defPPr>
              <a:defRPr lang="en-US"/>
            </a:defPPr>
            <a:lvl1pPr marL="0" algn="ctr" defTabSz="914400" rtl="0" eaLnBrk="1" latinLnBrk="0" hangingPunct="1">
              <a:lnSpc>
                <a:spcPct val="85000"/>
              </a:lnSpc>
              <a:defRPr sz="7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solidFill>
                  <a:schemeClr val="bg1"/>
                </a:solidFill>
              </a:rPr>
              <a:t>Copyright © </a:t>
            </a:r>
            <a:fld id="{0AEACA82-443F-F143-97A9-1017F472789A}" type="datetimeyyyy">
              <a:rPr lang="en-US" smtClean="0">
                <a:solidFill>
                  <a:schemeClr val="bg1"/>
                </a:solidFill>
              </a:rPr>
              <a:pPr algn="ctr"/>
              <a:t>2024</a:t>
            </a:fld>
            <a:r>
              <a:rPr lang="en-US">
                <a:solidFill>
                  <a:schemeClr val="bg1"/>
                </a:solidFill>
              </a:rPr>
              <a:t>. All rights reserved. Informa Tech, a trading division of Informa PLC</a:t>
            </a:r>
            <a:endParaRPr lang="en-GB">
              <a:solidFill>
                <a:schemeClr val="bg1"/>
              </a:solidFill>
            </a:endParaRPr>
          </a:p>
        </p:txBody>
      </p:sp>
      <p:sp>
        <p:nvSpPr>
          <p:cNvPr id="5" name="Text Placeholder 4">
            <a:extLst>
              <a:ext uri="{FF2B5EF4-FFF2-40B4-BE49-F238E27FC236}">
                <a16:creationId xmlns:a16="http://schemas.microsoft.com/office/drawing/2014/main" id="{FE52003F-2F27-11FA-751E-3CBF5E06A262}"/>
              </a:ext>
            </a:extLst>
          </p:cNvPr>
          <p:cNvSpPr>
            <a:spLocks noGrp="1"/>
          </p:cNvSpPr>
          <p:nvPr>
            <p:ph type="body" sz="quarter" idx="10" hasCustomPrompt="1"/>
          </p:nvPr>
        </p:nvSpPr>
        <p:spPr>
          <a:xfrm>
            <a:off x="338473" y="4010252"/>
            <a:ext cx="4043362" cy="1333499"/>
          </a:xfrm>
        </p:spPr>
        <p:txBody>
          <a:bodyPr wrap="square" anchor="b"/>
          <a:lstStyle>
            <a:lvl1pPr marL="0" indent="0">
              <a:buNone/>
              <a:defRPr sz="2800">
                <a:solidFill>
                  <a:schemeClr val="bg1"/>
                </a:solidFill>
              </a:defRPr>
            </a:lvl1pPr>
            <a:lvl2pPr marL="216000" indent="0">
              <a:buNone/>
              <a:defRPr/>
            </a:lvl2pPr>
          </a:lstStyle>
          <a:p>
            <a:pPr marL="216000" marR="0" lvl="0" indent="-216000" algn="l" defTabSz="914400" rtl="0" eaLnBrk="1" fontAlgn="auto" latinLnBrk="0" hangingPunct="1">
              <a:lnSpc>
                <a:spcPct val="100000"/>
              </a:lnSpc>
              <a:spcBef>
                <a:spcPts val="0"/>
              </a:spcBef>
              <a:spcAft>
                <a:spcPts val="0"/>
              </a:spcAft>
              <a:buClrTx/>
              <a:buSzTx/>
              <a:tabLst/>
              <a:defRPr/>
            </a:pPr>
            <a:r>
              <a:rPr lang="en-MY" sz="2800" dirty="0">
                <a:solidFill>
                  <a:schemeClr val="bg1"/>
                </a:solidFill>
              </a:rPr>
              <a:t>Analyst Name</a:t>
            </a:r>
          </a:p>
          <a:p>
            <a:pPr marL="216000" marR="0" lvl="0" indent="-216000" algn="l" defTabSz="914400" rtl="0" eaLnBrk="1" fontAlgn="auto" latinLnBrk="0" hangingPunct="1">
              <a:lnSpc>
                <a:spcPct val="100000"/>
              </a:lnSpc>
              <a:spcBef>
                <a:spcPts val="0"/>
              </a:spcBef>
              <a:spcAft>
                <a:spcPts val="0"/>
              </a:spcAft>
              <a:buClrTx/>
              <a:buSzTx/>
              <a:tabLst/>
              <a:defRPr/>
            </a:pPr>
            <a:r>
              <a:rPr lang="en-MY" sz="2800" dirty="0">
                <a:solidFill>
                  <a:schemeClr val="bg1"/>
                </a:solidFill>
              </a:rPr>
              <a:t>Role Title, Sector</a:t>
            </a:r>
            <a:endParaRPr lang="en-US" sz="2800" dirty="0">
              <a:solidFill>
                <a:schemeClr val="bg1"/>
              </a:solidFill>
            </a:endParaRPr>
          </a:p>
        </p:txBody>
      </p:sp>
    </p:spTree>
    <p:extLst>
      <p:ext uri="{BB962C8B-B14F-4D97-AF65-F5344CB8AC3E}">
        <p14:creationId xmlns:p14="http://schemas.microsoft.com/office/powerpoint/2010/main" val="399740257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1_Table of Contents - One Column">
    <p:bg>
      <p:bgPr>
        <a:blipFill dpi="0" rotWithShape="1">
          <a:blip r:embed="rId2">
            <a:alphaModFix amt="35000"/>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88BB78D-AEEB-DEC9-569A-79A415181A75}"/>
              </a:ext>
            </a:extLst>
          </p:cNvPr>
          <p:cNvSpPr>
            <a:spLocks noGrp="1"/>
          </p:cNvSpPr>
          <p:nvPr>
            <p:ph type="title" hasCustomPrompt="1"/>
          </p:nvPr>
        </p:nvSpPr>
        <p:spPr>
          <a:xfrm>
            <a:off x="348314" y="476250"/>
            <a:ext cx="11480800" cy="684214"/>
          </a:xfrm>
          <a:prstGeom prst="rect">
            <a:avLst/>
          </a:prstGeom>
        </p:spPr>
        <p:txBody>
          <a:bodyPr vert="horz" lIns="0" tIns="0" rIns="0" bIns="0" rtlCol="0" anchor="t" anchorCtr="0">
            <a:noAutofit/>
          </a:bodyPr>
          <a:lstStyle>
            <a:lvl1pPr>
              <a:defRPr/>
            </a:lvl1pPr>
          </a:lstStyle>
          <a:p>
            <a:r>
              <a:rPr lang="en-US"/>
              <a:t>Contents</a:t>
            </a:r>
            <a:endParaRPr lang="en-GB"/>
          </a:p>
        </p:txBody>
      </p:sp>
      <p:sp>
        <p:nvSpPr>
          <p:cNvPr id="4" name="Text Placeholder 6">
            <a:extLst>
              <a:ext uri="{FF2B5EF4-FFF2-40B4-BE49-F238E27FC236}">
                <a16:creationId xmlns:a16="http://schemas.microsoft.com/office/drawing/2014/main" id="{50279A3D-2322-5573-526C-4BEFF584D12A}"/>
              </a:ext>
            </a:extLst>
          </p:cNvPr>
          <p:cNvSpPr>
            <a:spLocks noGrp="1"/>
          </p:cNvSpPr>
          <p:nvPr>
            <p:ph type="body" sz="quarter" idx="14" hasCustomPrompt="1"/>
          </p:nvPr>
        </p:nvSpPr>
        <p:spPr>
          <a:xfrm>
            <a:off x="348314" y="1419907"/>
            <a:ext cx="11480400" cy="4577668"/>
          </a:xfrm>
          <a:prstGeom prst="rect">
            <a:avLst/>
          </a:prstGeom>
        </p:spPr>
        <p:txBody>
          <a:bodyPr tIns="72000" numCol="1"/>
          <a:lstStyle>
            <a:lvl1pPr marL="215900" marR="0" indent="-215900" algn="l" defTabSz="914400" rtl="0" eaLnBrk="1" fontAlgn="auto" latinLnBrk="0" hangingPunct="1">
              <a:lnSpc>
                <a:spcPct val="100000"/>
              </a:lnSpc>
              <a:spcBef>
                <a:spcPts val="1700"/>
              </a:spcBef>
              <a:spcAft>
                <a:spcPts val="0"/>
              </a:spcAft>
              <a:buClr>
                <a:schemeClr val="accent1"/>
              </a:buClr>
              <a:buSzTx/>
              <a:buFont typeface="Calibri" panose="020F0502020204030204" pitchFamily="34" charset="0"/>
              <a:buChar char="•"/>
              <a:tabLst>
                <a:tab pos="10972800" algn="r"/>
              </a:tabLst>
              <a:defRPr sz="1200" b="0">
                <a:solidFill>
                  <a:schemeClr val="tx1"/>
                </a:solidFill>
              </a:defRPr>
            </a:lvl1pPr>
            <a:lvl2pPr marL="360000" marR="0" indent="-144000" algn="l" defTabSz="941388" rtl="0" eaLnBrk="1" fontAlgn="auto" latinLnBrk="0" hangingPunct="1">
              <a:lnSpc>
                <a:spcPct val="100000"/>
              </a:lnSpc>
              <a:spcBef>
                <a:spcPts val="0"/>
              </a:spcBef>
              <a:spcAft>
                <a:spcPts val="0"/>
              </a:spcAft>
              <a:buClr>
                <a:schemeClr val="accent1"/>
              </a:buClr>
              <a:buSzTx/>
              <a:buFont typeface="Calibri" panose="020F0502020204030204" pitchFamily="34" charset="0"/>
              <a:buChar char="–"/>
              <a:tabLst>
                <a:tab pos="10972800" algn="r"/>
              </a:tabLst>
              <a:defRPr sz="1200">
                <a:solidFill>
                  <a:schemeClr val="tx1"/>
                </a:solidFill>
              </a:defRPr>
            </a:lvl2pPr>
            <a:lvl3pPr marL="504000" marR="0" indent="-144000" algn="l" defTabSz="941388" rtl="0" eaLnBrk="1" fontAlgn="auto" latinLnBrk="0" hangingPunct="1">
              <a:lnSpc>
                <a:spcPct val="100000"/>
              </a:lnSpc>
              <a:spcBef>
                <a:spcPts val="0"/>
              </a:spcBef>
              <a:spcAft>
                <a:spcPts val="0"/>
              </a:spcAft>
              <a:buClr>
                <a:schemeClr val="accent1"/>
              </a:buClr>
              <a:buSzTx/>
              <a:buFont typeface="Calibri" panose="020F0502020204030204" pitchFamily="34" charset="0"/>
              <a:buChar char="–"/>
              <a:tabLst>
                <a:tab pos="10972800" algn="r"/>
              </a:tabLst>
              <a:defRPr sz="1200">
                <a:solidFill>
                  <a:schemeClr val="tx1"/>
                </a:solidFill>
              </a:defRPr>
            </a:lvl3pPr>
            <a:lvl4pPr marL="252000" indent="-108000">
              <a:lnSpc>
                <a:spcPct val="100000"/>
              </a:lnSpc>
              <a:defRPr sz="1200">
                <a:solidFill>
                  <a:schemeClr val="tx1"/>
                </a:solidFill>
              </a:defRPr>
            </a:lvl4pPr>
            <a:lvl5pPr marL="360000" indent="-108000">
              <a:lnSpc>
                <a:spcPct val="100000"/>
              </a:lnSpc>
              <a:defRPr sz="1200">
                <a:solidFill>
                  <a:schemeClr val="tx1"/>
                </a:solidFill>
              </a:defRPr>
            </a:lvl5pPr>
          </a:lstStyle>
          <a:p>
            <a:pPr lvl="0"/>
            <a:r>
              <a:rPr lang="en-GB" b="0" dirty="0"/>
              <a:t>Contents	xx</a:t>
            </a:r>
          </a:p>
          <a:p>
            <a:pPr lvl="1"/>
            <a:r>
              <a:rPr lang="en-GB" b="0" dirty="0"/>
              <a:t>Contents	xx</a:t>
            </a:r>
          </a:p>
          <a:p>
            <a:pPr lvl="1"/>
            <a:r>
              <a:rPr lang="en-GB" b="0" dirty="0"/>
              <a:t>Contents	xx</a:t>
            </a:r>
          </a:p>
          <a:p>
            <a:pPr lvl="2"/>
            <a:r>
              <a:rPr lang="en-GB" b="0" dirty="0"/>
              <a:t>Contents	xx</a:t>
            </a:r>
          </a:p>
          <a:p>
            <a:pPr lvl="2"/>
            <a:r>
              <a:rPr lang="en-GB" b="0" dirty="0"/>
              <a:t>Contents	xx</a:t>
            </a:r>
          </a:p>
          <a:p>
            <a:pPr lvl="0"/>
            <a:r>
              <a:rPr lang="en-GB" b="0" dirty="0"/>
              <a:t>Contents	xx</a:t>
            </a:r>
          </a:p>
          <a:p>
            <a:pPr lvl="1"/>
            <a:r>
              <a:rPr lang="en-GB" b="0" dirty="0"/>
              <a:t>Contents	xx</a:t>
            </a:r>
          </a:p>
          <a:p>
            <a:pPr lvl="1"/>
            <a:r>
              <a:rPr lang="en-GB" b="0" dirty="0"/>
              <a:t>Contents	xx</a:t>
            </a:r>
          </a:p>
          <a:p>
            <a:pPr lvl="2"/>
            <a:r>
              <a:rPr lang="en-GB" b="0" dirty="0"/>
              <a:t>Contents	xx</a:t>
            </a:r>
          </a:p>
          <a:p>
            <a:pPr lvl="2"/>
            <a:r>
              <a:rPr lang="en-GB" b="0" dirty="0"/>
              <a:t>Contents	xx</a:t>
            </a:r>
          </a:p>
          <a:p>
            <a:pPr lvl="0"/>
            <a:r>
              <a:rPr lang="en-GB" b="0" dirty="0"/>
              <a:t>Contents	xx</a:t>
            </a:r>
          </a:p>
          <a:p>
            <a:pPr lvl="1"/>
            <a:r>
              <a:rPr lang="en-GB" b="0" dirty="0"/>
              <a:t>Contents	xx</a:t>
            </a:r>
          </a:p>
          <a:p>
            <a:pPr lvl="1"/>
            <a:r>
              <a:rPr lang="en-GB" b="0" dirty="0"/>
              <a:t>Contents	xx</a:t>
            </a:r>
          </a:p>
          <a:p>
            <a:pPr lvl="2"/>
            <a:r>
              <a:rPr lang="en-GB" b="0" dirty="0"/>
              <a:t>Contents	xx</a:t>
            </a:r>
          </a:p>
          <a:p>
            <a:pPr lvl="2"/>
            <a:r>
              <a:rPr lang="en-GB" b="0" dirty="0"/>
              <a:t>Contents	xx</a:t>
            </a:r>
          </a:p>
          <a:p>
            <a:pPr lvl="0"/>
            <a:r>
              <a:rPr lang="en-GB" b="0" dirty="0"/>
              <a:t>Contents	xx</a:t>
            </a:r>
          </a:p>
          <a:p>
            <a:pPr lvl="1"/>
            <a:r>
              <a:rPr lang="en-GB" b="0" dirty="0"/>
              <a:t>Contents	xx</a:t>
            </a:r>
          </a:p>
          <a:p>
            <a:pPr lvl="1"/>
            <a:r>
              <a:rPr lang="en-GB" b="0" dirty="0"/>
              <a:t>Contents	xx</a:t>
            </a:r>
          </a:p>
          <a:p>
            <a:pPr lvl="2"/>
            <a:r>
              <a:rPr lang="en-GB" b="0" dirty="0"/>
              <a:t>Contents	xx</a:t>
            </a:r>
          </a:p>
          <a:p>
            <a:pPr lvl="2"/>
            <a:r>
              <a:rPr lang="en-GB" b="0" dirty="0"/>
              <a:t>Contents	xx</a:t>
            </a:r>
          </a:p>
          <a:p>
            <a:pPr lvl="2"/>
            <a:endParaRPr lang="en-GB" dirty="0"/>
          </a:p>
        </p:txBody>
      </p:sp>
    </p:spTree>
    <p:extLst>
      <p:ext uri="{BB962C8B-B14F-4D97-AF65-F5344CB8AC3E}">
        <p14:creationId xmlns:p14="http://schemas.microsoft.com/office/powerpoint/2010/main" val="29959381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image" Target="../media/image1.jpe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 Id="rId30" Type="http://schemas.openxmlformats.org/officeDocument/2006/relationships/image" Target="../media/image3.sv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28">
            <a:alphaModFix amt="35000"/>
            <a:lum/>
          </a:blip>
          <a:srcRect/>
          <a:stretch>
            <a:fillRect/>
          </a:stretch>
        </a:blipFill>
        <a:effectLst/>
      </p:bgPr>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3B418154-5715-4432-A305-AF6A9522326B}"/>
              </a:ext>
            </a:extLst>
          </p:cNvPr>
          <p:cNvCxnSpPr>
            <a:cxnSpLocks/>
          </p:cNvCxnSpPr>
          <p:nvPr userDrawn="1"/>
        </p:nvCxnSpPr>
        <p:spPr>
          <a:xfrm>
            <a:off x="347663" y="6087665"/>
            <a:ext cx="1148715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11" name="Graphic 10">
            <a:extLst>
              <a:ext uri="{FF2B5EF4-FFF2-40B4-BE49-F238E27FC236}">
                <a16:creationId xmlns:a16="http://schemas.microsoft.com/office/drawing/2014/main" id="{A1669225-F85E-4F0C-A433-4F3B4CCF31F8}"/>
              </a:ext>
            </a:extLst>
          </p:cNvPr>
          <p:cNvPicPr>
            <a:picLocks noChangeAspect="1"/>
          </p:cNvPicPr>
          <p:nvPr userDrawn="1"/>
        </p:nvPicPr>
        <p:blipFill>
          <a:blip r:embed="rId29">
            <a:extLst>
              <a:ext uri="{96DAC541-7B7A-43D3-8B79-37D633B846F1}">
                <asvg:svgBlip xmlns:asvg="http://schemas.microsoft.com/office/drawing/2016/SVG/main" r:embed="rId30"/>
              </a:ext>
            </a:extLst>
          </a:blip>
          <a:stretch>
            <a:fillRect/>
          </a:stretch>
        </p:blipFill>
        <p:spPr>
          <a:xfrm>
            <a:off x="10670000" y="6247807"/>
            <a:ext cx="1166400" cy="250323"/>
          </a:xfrm>
          <a:prstGeom prst="rect">
            <a:avLst/>
          </a:prstGeom>
        </p:spPr>
      </p:pic>
      <p:sp>
        <p:nvSpPr>
          <p:cNvPr id="10" name="Footer Placeholder 4" descr="HeaderReportName">
            <a:extLst>
              <a:ext uri="{FF2B5EF4-FFF2-40B4-BE49-F238E27FC236}">
                <a16:creationId xmlns:a16="http://schemas.microsoft.com/office/drawing/2014/main" id="{1813931E-ACE3-4B4B-B4F5-14CD8D1D6E9C}"/>
              </a:ext>
            </a:extLst>
          </p:cNvPr>
          <p:cNvSpPr txBox="1">
            <a:spLocks/>
          </p:cNvSpPr>
          <p:nvPr userDrawn="1"/>
        </p:nvSpPr>
        <p:spPr>
          <a:xfrm>
            <a:off x="5498915" y="110231"/>
            <a:ext cx="6323475" cy="280341"/>
          </a:xfrm>
          <a:prstGeom prst="rect">
            <a:avLst/>
          </a:prstGeom>
        </p:spPr>
        <p:txBody>
          <a:bodyPr vert="horz" wrap="none" lIns="0" tIns="0" rIns="0" bIns="0" rtlCol="0" anchor="ctr"/>
          <a:lstStyle>
            <a:defPPr>
              <a:defRPr lang="en-US"/>
            </a:defPPr>
            <a:lvl1pPr marL="0" algn="r" defTabSz="914400" rtl="0" eaLnBrk="1" latinLnBrk="0" hangingPunct="1">
              <a:defRPr sz="800" b="1"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br>
              <a:rPr lang="en-US" noProof="0" dirty="0">
                <a:solidFill>
                  <a:schemeClr val="tx1"/>
                </a:solidFill>
              </a:rPr>
            </a:br>
            <a:r>
              <a:rPr lang="en-US" noProof="0" dirty="0">
                <a:solidFill>
                  <a:schemeClr val="tx1"/>
                </a:solidFill>
              </a:rPr>
              <a:t> 2025 Trends to Watch: Telco AI and Analytics | December 2024</a:t>
            </a:r>
          </a:p>
        </p:txBody>
      </p:sp>
      <p:sp>
        <p:nvSpPr>
          <p:cNvPr id="4" name="Footer Placeholder 4">
            <a:extLst>
              <a:ext uri="{FF2B5EF4-FFF2-40B4-BE49-F238E27FC236}">
                <a16:creationId xmlns:a16="http://schemas.microsoft.com/office/drawing/2014/main" id="{DCB451DF-0933-ED26-4A6D-E7F683B19A88}"/>
              </a:ext>
            </a:extLst>
          </p:cNvPr>
          <p:cNvSpPr txBox="1">
            <a:spLocks/>
          </p:cNvSpPr>
          <p:nvPr userDrawn="1"/>
        </p:nvSpPr>
        <p:spPr>
          <a:xfrm>
            <a:off x="3518016" y="6259022"/>
            <a:ext cx="4511047" cy="239108"/>
          </a:xfrm>
          <a:prstGeom prst="rect">
            <a:avLst/>
          </a:prstGeom>
        </p:spPr>
        <p:txBody>
          <a:bodyPr vert="horz" lIns="0" tIns="0" rIns="0" bIns="0" rtlCol="0" anchor="b" anchorCtr="0">
            <a:normAutofit/>
          </a:bodyPr>
          <a:lstStyle>
            <a:defPPr>
              <a:defRPr lang="en-US"/>
            </a:defPPr>
            <a:lvl1pPr marL="0" algn="ctr" defTabSz="914400" rtl="0" eaLnBrk="1" latinLnBrk="0" hangingPunct="1">
              <a:lnSpc>
                <a:spcPct val="85000"/>
              </a:lnSpc>
              <a:defRPr sz="7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noProof="0" dirty="0">
                <a:solidFill>
                  <a:schemeClr val="tx1"/>
                </a:solidFill>
              </a:rPr>
              <a:t>Copyright </a:t>
            </a:r>
            <a:r>
              <a:rPr lang="en-US" b="0" i="0" u="none" strike="noStrike" noProof="0" dirty="0">
                <a:solidFill>
                  <a:srgbClr val="000000"/>
                </a:solidFill>
                <a:effectLst/>
                <a:latin typeface="Calibri" panose="020F0502020204030204" pitchFamily="34" charset="0"/>
              </a:rPr>
              <a:t>© 2024 TechTarget, Inc. or its subsidiaries. All rights reserved.</a:t>
            </a:r>
            <a:endParaRPr lang="en-US" noProof="0" dirty="0">
              <a:solidFill>
                <a:schemeClr val="tx1"/>
              </a:solidFill>
            </a:endParaRPr>
          </a:p>
        </p:txBody>
      </p:sp>
      <p:sp>
        <p:nvSpPr>
          <p:cNvPr id="17" name="Slide Number Placeholder 5">
            <a:extLst>
              <a:ext uri="{FF2B5EF4-FFF2-40B4-BE49-F238E27FC236}">
                <a16:creationId xmlns:a16="http://schemas.microsoft.com/office/drawing/2014/main" id="{AF1849B4-428F-3DAD-6BD4-27B3FC35912C}"/>
              </a:ext>
            </a:extLst>
          </p:cNvPr>
          <p:cNvSpPr txBox="1">
            <a:spLocks/>
          </p:cNvSpPr>
          <p:nvPr userDrawn="1"/>
        </p:nvSpPr>
        <p:spPr>
          <a:xfrm>
            <a:off x="338138" y="6133005"/>
            <a:ext cx="904875" cy="365125"/>
          </a:xfrm>
          <a:prstGeom prst="rect">
            <a:avLst/>
          </a:prstGeom>
        </p:spPr>
        <p:txBody>
          <a:bodyPr vert="horz" lIns="0" tIns="0" rIns="0" bIns="0" rtlCol="0" anchor="b" anchorCtr="0"/>
          <a:lstStyle>
            <a:defPPr>
              <a:defRPr lang="en-US"/>
            </a:defPPr>
            <a:lvl1pPr marL="0" algn="l" defTabSz="914400" rtl="0" eaLnBrk="1" latinLnBrk="0" hangingPunct="1">
              <a:lnSpc>
                <a:spcPct val="85000"/>
              </a:lnSpc>
              <a:defRPr sz="12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85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000000"/>
                </a:solidFill>
                <a:effectLst/>
                <a:uLnTx/>
                <a:uFillTx/>
                <a:latin typeface="Calibri" panose="020F0502020204030204"/>
                <a:ea typeface="+mn-ea"/>
                <a:cs typeface="+mn-cs"/>
              </a:rPr>
              <a:t>Page </a:t>
            </a:r>
            <a:fld id="{A30585B2-4AE5-4E24-B2F9-21CF896AC489}" type="slidenum">
              <a:rPr kumimoji="0" lang="en-US" sz="1200" b="0" i="0" u="none" strike="noStrike" kern="1200" cap="none" spc="0" normalizeH="0" baseline="0" noProof="0" smtClean="0">
                <a:ln>
                  <a:noFill/>
                </a:ln>
                <a:solidFill>
                  <a:srgbClr val="000000"/>
                </a:solidFill>
                <a:effectLst/>
                <a:uLnTx/>
                <a:uFillTx/>
                <a:latin typeface="Calibri" panose="020F0502020204030204"/>
                <a:ea typeface="+mn-ea"/>
                <a:cs typeface="+mn-cs"/>
              </a:rPr>
              <a:pPr marL="0" marR="0" lvl="0" indent="0" algn="l" defTabSz="914400" rtl="0" eaLnBrk="1" fontAlgn="auto" latinLnBrk="0" hangingPunct="1">
                <a:lnSpc>
                  <a:spcPct val="85000"/>
                </a:lnSpc>
                <a:spcBef>
                  <a:spcPts val="0"/>
                </a:spcBef>
                <a:spcAft>
                  <a:spcPts val="0"/>
                </a:spcAft>
                <a:buClrTx/>
                <a:buSzTx/>
                <a:buFontTx/>
                <a:buNone/>
                <a:tabLst/>
                <a:defRPr/>
              </a:pPr>
              <a:t>‹#›</a:t>
            </a:fld>
            <a:endParaRPr kumimoji="0" lang="en-US" sz="1200" b="0" i="0" u="none" strike="noStrike" kern="1200" cap="none" spc="0" normalizeH="0" baseline="0" noProof="0" dirty="0">
              <a:ln>
                <a:noFill/>
              </a:ln>
              <a:solidFill>
                <a:srgbClr val="000000"/>
              </a:solidFill>
              <a:effectLst/>
              <a:uLnTx/>
              <a:uFillTx/>
              <a:latin typeface="Calibri" panose="020F0502020204030204"/>
              <a:ea typeface="+mn-ea"/>
              <a:cs typeface="+mn-cs"/>
            </a:endParaRPr>
          </a:p>
        </p:txBody>
      </p:sp>
      <p:sp>
        <p:nvSpPr>
          <p:cNvPr id="5" name="Title Placeholder 1">
            <a:extLst>
              <a:ext uri="{FF2B5EF4-FFF2-40B4-BE49-F238E27FC236}">
                <a16:creationId xmlns:a16="http://schemas.microsoft.com/office/drawing/2014/main" id="{2B28AB8E-24F9-C9EF-4C75-C5E5393F6B26}"/>
              </a:ext>
            </a:extLst>
          </p:cNvPr>
          <p:cNvSpPr>
            <a:spLocks noGrp="1"/>
          </p:cNvSpPr>
          <p:nvPr>
            <p:ph type="title"/>
          </p:nvPr>
        </p:nvSpPr>
        <p:spPr>
          <a:xfrm>
            <a:off x="341590" y="476250"/>
            <a:ext cx="11480800" cy="684214"/>
          </a:xfrm>
          <a:prstGeom prst="rect">
            <a:avLst/>
          </a:prstGeom>
        </p:spPr>
        <p:txBody>
          <a:bodyPr vert="horz" lIns="0" tIns="0" rIns="0" bIns="0" rtlCol="0" anchor="t" anchorCtr="0">
            <a:noAutofit/>
          </a:bodyPr>
          <a:lstStyle/>
          <a:p>
            <a:r>
              <a:rPr lang="en-US" noProof="0" dirty="0"/>
              <a:t>Click to edit Master title style</a:t>
            </a:r>
          </a:p>
        </p:txBody>
      </p:sp>
      <p:sp>
        <p:nvSpPr>
          <p:cNvPr id="18" name="Text Placeholder 2">
            <a:extLst>
              <a:ext uri="{FF2B5EF4-FFF2-40B4-BE49-F238E27FC236}">
                <a16:creationId xmlns:a16="http://schemas.microsoft.com/office/drawing/2014/main" id="{8118A8F2-1C62-7D57-40F2-10DD5735E8ED}"/>
              </a:ext>
            </a:extLst>
          </p:cNvPr>
          <p:cNvSpPr>
            <a:spLocks noGrp="1"/>
          </p:cNvSpPr>
          <p:nvPr>
            <p:ph type="body" idx="1"/>
          </p:nvPr>
        </p:nvSpPr>
        <p:spPr>
          <a:xfrm>
            <a:off x="341590" y="1418899"/>
            <a:ext cx="11480800" cy="4553457"/>
          </a:xfrm>
          <a:prstGeom prst="rect">
            <a:avLst/>
          </a:prstGeom>
        </p:spPr>
        <p:txBody>
          <a:bodyPr vert="horz" lIns="0" tIns="72000" rIns="0" bIns="0" rtlCol="0" anchor="t" anchorCtr="0">
            <a:noAutofit/>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2774116706"/>
      </p:ext>
    </p:extLst>
  </p:cSld>
  <p:clrMap bg1="lt1" tx1="dk1" bg2="lt2" tx2="dk2" accent1="accent1" accent2="accent2" accent3="accent3" accent4="accent4" accent5="accent5" accent6="accent6" hlink="hlink" folHlink="folHlink"/>
  <p:sldLayoutIdLst>
    <p:sldLayoutId id="2147484054" r:id="rId1"/>
    <p:sldLayoutId id="2147484055" r:id="rId2"/>
    <p:sldLayoutId id="2147484056" r:id="rId3"/>
    <p:sldLayoutId id="2147484057" r:id="rId4"/>
    <p:sldLayoutId id="2147484058" r:id="rId5"/>
    <p:sldLayoutId id="2147484059" r:id="rId6"/>
    <p:sldLayoutId id="2147484060" r:id="rId7"/>
    <p:sldLayoutId id="2147484061" r:id="rId8"/>
    <p:sldLayoutId id="2147484062" r:id="rId9"/>
    <p:sldLayoutId id="2147484063" r:id="rId10"/>
    <p:sldLayoutId id="2147484064" r:id="rId11"/>
    <p:sldLayoutId id="2147484065" r:id="rId12"/>
    <p:sldLayoutId id="2147484066" r:id="rId13"/>
    <p:sldLayoutId id="2147484067" r:id="rId14"/>
    <p:sldLayoutId id="2147484068" r:id="rId15"/>
    <p:sldLayoutId id="2147484069" r:id="rId16"/>
    <p:sldLayoutId id="2147484070" r:id="rId17"/>
    <p:sldLayoutId id="2147484071" r:id="rId18"/>
    <p:sldLayoutId id="2147484072" r:id="rId19"/>
    <p:sldLayoutId id="2147484073" r:id="rId20"/>
    <p:sldLayoutId id="2147484074" r:id="rId21"/>
    <p:sldLayoutId id="2147484075" r:id="rId22"/>
    <p:sldLayoutId id="2147484076" r:id="rId23"/>
    <p:sldLayoutId id="2147484077" r:id="rId24"/>
    <p:sldLayoutId id="2147484078" r:id="rId25"/>
    <p:sldLayoutId id="2147484079" r:id="rId26"/>
  </p:sldLayoutIdLst>
  <p:hf hdr="0" ftr="0" dt="0"/>
  <p:txStyles>
    <p:titleStyle>
      <a:lvl1pPr algn="l" defTabSz="914400" rtl="0" eaLnBrk="1" latinLnBrk="0" hangingPunct="1">
        <a:lnSpc>
          <a:spcPct val="85000"/>
        </a:lnSpc>
        <a:spcBef>
          <a:spcPct val="0"/>
        </a:spcBef>
        <a:buNone/>
        <a:defRPr sz="2800" b="1" kern="1200">
          <a:solidFill>
            <a:schemeClr val="accent1"/>
          </a:solidFill>
          <a:latin typeface="+mj-lt"/>
          <a:ea typeface="+mj-ea"/>
          <a:cs typeface="+mj-cs"/>
        </a:defRPr>
      </a:lvl1pPr>
    </p:titleStyle>
    <p:bodyStyle>
      <a:lvl1pPr marL="216000" indent="-216000" algn="l" defTabSz="914400" rtl="0" eaLnBrk="1" latinLnBrk="0" hangingPunct="1">
        <a:lnSpc>
          <a:spcPct val="95000"/>
        </a:lnSpc>
        <a:spcBef>
          <a:spcPts val="300"/>
        </a:spcBef>
        <a:spcAft>
          <a:spcPts val="400"/>
        </a:spcAft>
        <a:buClr>
          <a:schemeClr val="accent1"/>
        </a:buClr>
        <a:buFont typeface="Calibri" panose="020F0502020204030204" pitchFamily="34" charset="0"/>
        <a:buChar char="•"/>
        <a:defRPr sz="1400" kern="1200">
          <a:solidFill>
            <a:schemeClr val="tx1"/>
          </a:solidFill>
          <a:latin typeface="+mn-lt"/>
          <a:ea typeface="+mn-ea"/>
          <a:cs typeface="+mn-cs"/>
        </a:defRPr>
      </a:lvl1pPr>
      <a:lvl2pPr marL="360000" indent="-144000" algn="l" defTabSz="914400" rtl="0" eaLnBrk="1" latinLnBrk="0" hangingPunct="1">
        <a:lnSpc>
          <a:spcPct val="95000"/>
        </a:lnSpc>
        <a:spcBef>
          <a:spcPts val="300"/>
        </a:spcBef>
        <a:spcAft>
          <a:spcPts val="600"/>
        </a:spcAft>
        <a:buClr>
          <a:schemeClr val="accent1"/>
        </a:buClr>
        <a:buFont typeface="Calibri" panose="020F0502020204030204" pitchFamily="34" charset="0"/>
        <a:buChar char="–"/>
        <a:defRPr sz="1400" kern="1200">
          <a:solidFill>
            <a:schemeClr val="tx1"/>
          </a:solidFill>
          <a:latin typeface="+mn-lt"/>
          <a:ea typeface="+mn-ea"/>
          <a:cs typeface="+mn-cs"/>
        </a:defRPr>
      </a:lvl2pPr>
      <a:lvl3pPr marL="504000" indent="-144000" algn="l" defTabSz="914400" rtl="0" eaLnBrk="1" latinLnBrk="0" hangingPunct="1">
        <a:lnSpc>
          <a:spcPct val="95000"/>
        </a:lnSpc>
        <a:spcBef>
          <a:spcPts val="300"/>
        </a:spcBef>
        <a:spcAft>
          <a:spcPts val="600"/>
        </a:spcAft>
        <a:buClr>
          <a:schemeClr val="accent1"/>
        </a:buClr>
        <a:buFont typeface="Calibri" panose="020F0502020204030204" pitchFamily="34" charset="0"/>
        <a:buChar char="–"/>
        <a:defRPr sz="1400" kern="1200">
          <a:solidFill>
            <a:schemeClr val="tx1"/>
          </a:solidFill>
          <a:latin typeface="+mn-lt"/>
          <a:ea typeface="+mn-ea"/>
          <a:cs typeface="+mn-cs"/>
        </a:defRPr>
      </a:lvl3pPr>
      <a:lvl4pPr marL="648000" indent="-144000" algn="l" defTabSz="914400" rtl="0" eaLnBrk="1" latinLnBrk="0" hangingPunct="1">
        <a:lnSpc>
          <a:spcPct val="95000"/>
        </a:lnSpc>
        <a:spcBef>
          <a:spcPts val="300"/>
        </a:spcBef>
        <a:spcAft>
          <a:spcPts val="600"/>
        </a:spcAft>
        <a:buClr>
          <a:schemeClr val="accent1"/>
        </a:buClr>
        <a:buFont typeface="Calibri" panose="020F0502020204030204" pitchFamily="34" charset="0"/>
        <a:buChar char="–"/>
        <a:defRPr sz="1400" kern="1200">
          <a:solidFill>
            <a:schemeClr val="tx1"/>
          </a:solidFill>
          <a:latin typeface="+mn-lt"/>
          <a:ea typeface="+mn-ea"/>
          <a:cs typeface="+mn-cs"/>
        </a:defRPr>
      </a:lvl4pPr>
      <a:lvl5pPr marL="792000" indent="-144000" algn="l" defTabSz="914400" rtl="0" eaLnBrk="1" latinLnBrk="0" hangingPunct="1">
        <a:lnSpc>
          <a:spcPct val="95000"/>
        </a:lnSpc>
        <a:spcBef>
          <a:spcPts val="300"/>
        </a:spcBef>
        <a:spcAft>
          <a:spcPts val="600"/>
        </a:spcAft>
        <a:buClr>
          <a:schemeClr val="accent1"/>
        </a:buClr>
        <a:buFont typeface="Calibri" panose="020F050202020403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731">
          <p15:clr>
            <a:srgbClr val="F26B43"/>
          </p15:clr>
        </p15:guide>
        <p15:guide id="3" pos="3896">
          <p15:clr>
            <a:srgbClr val="F26B43"/>
          </p15:clr>
        </p15:guide>
        <p15:guide id="4" pos="3782">
          <p15:clr>
            <a:srgbClr val="F26B43"/>
          </p15:clr>
        </p15:guide>
        <p15:guide id="5" pos="5007">
          <p15:clr>
            <a:srgbClr val="F26B43"/>
          </p15:clr>
        </p15:guide>
        <p15:guide id="6" pos="5121">
          <p15:clr>
            <a:srgbClr val="F26B43"/>
          </p15:clr>
        </p15:guide>
        <p15:guide id="7" pos="6231">
          <p15:clr>
            <a:srgbClr val="F26B43"/>
          </p15:clr>
        </p15:guide>
        <p15:guide id="8" pos="6344">
          <p15:clr>
            <a:srgbClr val="F26B43"/>
          </p15:clr>
        </p15:guide>
        <p15:guide id="9" pos="7455">
          <p15:clr>
            <a:srgbClr val="F26B43"/>
          </p15:clr>
        </p15:guide>
        <p15:guide id="10" pos="2670">
          <p15:clr>
            <a:srgbClr val="F26B43"/>
          </p15:clr>
        </p15:guide>
        <p15:guide id="11" pos="2556">
          <p15:clr>
            <a:srgbClr val="F26B43"/>
          </p15:clr>
        </p15:guide>
        <p15:guide id="12" pos="1445">
          <p15:clr>
            <a:srgbClr val="F26B43"/>
          </p15:clr>
        </p15:guide>
        <p15:guide id="13" pos="1331">
          <p15:clr>
            <a:srgbClr val="F26B43"/>
          </p15:clr>
        </p15:guide>
        <p15:guide id="14" pos="212">
          <p15:clr>
            <a:srgbClr val="F26B43"/>
          </p15:clr>
        </p15:guide>
        <p15:guide id="15" orient="horz" pos="3778">
          <p15:clr>
            <a:srgbClr val="F26B43"/>
          </p15:clr>
        </p15:guide>
        <p15:guide id="16" orient="horz" pos="292">
          <p15:clr>
            <a:srgbClr val="F26B43"/>
          </p15:clr>
        </p15:guide>
        <p15:guide id="17" orient="horz" pos="890">
          <p15:clr>
            <a:srgbClr val="A4A3A4"/>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1.xml"/><Relationship Id="rId2" Type="http://schemas.openxmlformats.org/officeDocument/2006/relationships/tags" Target="../tags/tag2.xml"/><Relationship Id="rId1" Type="http://schemas.openxmlformats.org/officeDocument/2006/relationships/tags" Target="../tags/tag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0.xml.rels><?xml version="1.0" encoding="UTF-8" standalone="yes"?>
<Relationships xmlns="http://schemas.openxmlformats.org/package/2006/relationships"><Relationship Id="rId3" Type="http://schemas.openxmlformats.org/officeDocument/2006/relationships/hyperlink" Target="https://omdia.tech.informa.com/om122763/telecoms-it-market-forecast-report-202429" TargetMode="External"/><Relationship Id="rId7" Type="http://schemas.openxmlformats.org/officeDocument/2006/relationships/hyperlink" Target="mailto:askananalyst@omdia.com" TargetMode="External"/><Relationship Id="rId2" Type="http://schemas.openxmlformats.org/officeDocument/2006/relationships/hyperlink" Target="https://omdia.tech.informa.com/om124881/2025-trends-to-watch-telco-software" TargetMode="External"/><Relationship Id="rId1" Type="http://schemas.openxmlformats.org/officeDocument/2006/relationships/slideLayout" Target="../slideLayouts/slideLayout23.xml"/><Relationship Id="rId6" Type="http://schemas.openxmlformats.org/officeDocument/2006/relationships/hyperlink" Target="https://omdia.tech.informa.com/om120324/genai-in-telecoms-survey-and-report--2024" TargetMode="External"/><Relationship Id="rId5" Type="http://schemas.openxmlformats.org/officeDocument/2006/relationships/hyperlink" Target="https://omdia.tech.informa.com/om123253/state-of-play-of-ai-in-telecoms--mid-2024-update" TargetMode="External"/><Relationship Id="rId4" Type="http://schemas.openxmlformats.org/officeDocument/2006/relationships/hyperlink" Target="https://omdia.tech.informa.com/om122753/the-evolution-of-network-analytics-systems-how-ai-is-changing-their-roles" TargetMode="External"/></Relationships>
</file>

<file path=ppt/slides/_rels/slide21.xml.rels><?xml version="1.0" encoding="UTF-8" standalone="yes"?>
<Relationships xmlns="http://schemas.openxmlformats.org/package/2006/relationships"><Relationship Id="rId3" Type="http://schemas.openxmlformats.org/officeDocument/2006/relationships/hyperlink" Target="mailto:citations@omdia.com" TargetMode="External"/><Relationship Id="rId2" Type="http://schemas.openxmlformats.org/officeDocument/2006/relationships/hyperlink" Target="mailto:consulting@omdia.com" TargetMode="External"/><Relationship Id="rId1" Type="http://schemas.openxmlformats.org/officeDocument/2006/relationships/slideLayout" Target="../slideLayouts/slideLayout2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1A45D324-4786-4A6A-82C8-E111EE52649B}"/>
              </a:ext>
            </a:extLst>
          </p:cNvPr>
          <p:cNvSpPr>
            <a:spLocks noGrp="1"/>
          </p:cNvSpPr>
          <p:nvPr>
            <p:ph type="body" sz="quarter" idx="12"/>
          </p:nvPr>
        </p:nvSpPr>
        <p:spPr/>
        <p:txBody>
          <a:bodyPr>
            <a:normAutofit/>
          </a:bodyPr>
          <a:lstStyle/>
          <a:p>
            <a:pPr lvl="1"/>
            <a:r>
              <a:rPr lang="en-US" b="1" dirty="0"/>
              <a:t>Roz Roseboro</a:t>
            </a:r>
          </a:p>
          <a:p>
            <a:pPr lvl="1"/>
            <a:r>
              <a:rPr lang="en-US" b="1" dirty="0"/>
              <a:t>Principal Analyst, Telco Software and AI</a:t>
            </a:r>
          </a:p>
          <a:p>
            <a:pPr lvl="1"/>
            <a:r>
              <a:rPr lang="en-US" b="1" dirty="0"/>
              <a:t>askananalyst@omdia.com</a:t>
            </a:r>
          </a:p>
        </p:txBody>
      </p:sp>
      <p:sp>
        <p:nvSpPr>
          <p:cNvPr id="7" name="Title 6">
            <a:extLst>
              <a:ext uri="{FF2B5EF4-FFF2-40B4-BE49-F238E27FC236}">
                <a16:creationId xmlns:a16="http://schemas.microsoft.com/office/drawing/2014/main" id="{DCAC3F87-04E4-4AC3-BFE6-7930A35061A2}"/>
              </a:ext>
            </a:extLst>
          </p:cNvPr>
          <p:cNvSpPr>
            <a:spLocks noGrp="1"/>
          </p:cNvSpPr>
          <p:nvPr>
            <p:ph type="ctrTitle"/>
          </p:nvPr>
        </p:nvSpPr>
        <p:spPr/>
        <p:txBody>
          <a:bodyPr/>
          <a:lstStyle/>
          <a:p>
            <a:r>
              <a:rPr lang="en-US" dirty="0"/>
              <a:t>2025 Trends to Watch: Telco AI and Analytics</a:t>
            </a:r>
            <a:endParaRPr lang="en-US" dirty="0">
              <a:cs typeface="Calibri"/>
            </a:endParaRPr>
          </a:p>
        </p:txBody>
      </p:sp>
    </p:spTree>
    <p:extLst>
      <p:ext uri="{BB962C8B-B14F-4D97-AF65-F5344CB8AC3E}">
        <p14:creationId xmlns:p14="http://schemas.microsoft.com/office/powerpoint/2010/main" val="27748242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979598-14BB-EEC6-3B65-93FF736280A6}"/>
              </a:ext>
            </a:extLst>
          </p:cNvPr>
          <p:cNvSpPr>
            <a:spLocks noGrp="1"/>
          </p:cNvSpPr>
          <p:nvPr>
            <p:ph type="title"/>
          </p:nvPr>
        </p:nvSpPr>
        <p:spPr/>
        <p:txBody>
          <a:bodyPr/>
          <a:lstStyle/>
          <a:p>
            <a:r>
              <a:rPr lang="en-US" dirty="0"/>
              <a:t>“With clarity on which processes benefit most from AI, CSPs’ AIOps journeys are now underway.”</a:t>
            </a:r>
          </a:p>
        </p:txBody>
      </p:sp>
      <p:sp>
        <p:nvSpPr>
          <p:cNvPr id="4" name="Text Placeholder 3">
            <a:extLst>
              <a:ext uri="{FF2B5EF4-FFF2-40B4-BE49-F238E27FC236}">
                <a16:creationId xmlns:a16="http://schemas.microsoft.com/office/drawing/2014/main" id="{E32C8142-0A0F-E114-17D6-DC4B22168515}"/>
              </a:ext>
            </a:extLst>
          </p:cNvPr>
          <p:cNvSpPr>
            <a:spLocks noGrp="1"/>
          </p:cNvSpPr>
          <p:nvPr>
            <p:ph type="body" sz="quarter" idx="10"/>
          </p:nvPr>
        </p:nvSpPr>
        <p:spPr>
          <a:xfrm>
            <a:off x="338472" y="4010252"/>
            <a:ext cx="5757527" cy="1376136"/>
          </a:xfrm>
        </p:spPr>
        <p:txBody>
          <a:bodyPr/>
          <a:lstStyle/>
          <a:p>
            <a:r>
              <a:rPr lang="en-US" dirty="0"/>
              <a:t>Roz Roseboro</a:t>
            </a:r>
            <a:br>
              <a:rPr lang="en-US" dirty="0"/>
            </a:br>
            <a:r>
              <a:rPr lang="en-US" dirty="0"/>
              <a:t>Principal Analyst, Telco Software and AI</a:t>
            </a:r>
          </a:p>
        </p:txBody>
      </p:sp>
    </p:spTree>
    <p:extLst>
      <p:ext uri="{BB962C8B-B14F-4D97-AF65-F5344CB8AC3E}">
        <p14:creationId xmlns:p14="http://schemas.microsoft.com/office/powerpoint/2010/main" val="15791286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D202366-02A0-0B49-7962-7BBF5122F3C7}"/>
              </a:ext>
            </a:extLst>
          </p:cNvPr>
          <p:cNvSpPr>
            <a:spLocks noGrp="1"/>
          </p:cNvSpPr>
          <p:nvPr>
            <p:ph type="title"/>
          </p:nvPr>
        </p:nvSpPr>
        <p:spPr/>
        <p:txBody>
          <a:bodyPr/>
          <a:lstStyle/>
          <a:p>
            <a:r>
              <a:rPr lang="en-US" dirty="0"/>
              <a:t>Contents</a:t>
            </a:r>
          </a:p>
        </p:txBody>
      </p:sp>
      <p:sp>
        <p:nvSpPr>
          <p:cNvPr id="3" name="Text Placeholder 2">
            <a:extLst>
              <a:ext uri="{FF2B5EF4-FFF2-40B4-BE49-F238E27FC236}">
                <a16:creationId xmlns:a16="http://schemas.microsoft.com/office/drawing/2014/main" id="{B390CB84-9910-9526-9E57-546E1541EC36}"/>
              </a:ext>
            </a:extLst>
          </p:cNvPr>
          <p:cNvSpPr>
            <a:spLocks noGrp="1"/>
          </p:cNvSpPr>
          <p:nvPr>
            <p:ph type="body" sz="quarter" idx="13"/>
          </p:nvPr>
        </p:nvSpPr>
        <p:spPr/>
        <p:txBody>
          <a:bodyPr/>
          <a:lstStyle/>
          <a:p>
            <a:pPr>
              <a:buFont typeface="Calibri" panose="020F0502020204030204" pitchFamily="34" charset="0"/>
              <a:buChar char="•"/>
            </a:pPr>
            <a:r>
              <a:rPr lang="en-US" sz="1600" dirty="0"/>
              <a:t>Key messages</a:t>
            </a:r>
          </a:p>
          <a:p>
            <a:pPr>
              <a:buFont typeface="Calibri" panose="020F0502020204030204" pitchFamily="34" charset="0"/>
              <a:buChar char="•"/>
            </a:pPr>
            <a:r>
              <a:rPr lang="en-US" sz="1600" dirty="0"/>
              <a:t>Key recommendations</a:t>
            </a:r>
          </a:p>
          <a:p>
            <a:pPr>
              <a:buFont typeface="Calibri" panose="020F0502020204030204" pitchFamily="34" charset="0"/>
              <a:buChar char="•"/>
            </a:pPr>
            <a:r>
              <a:rPr lang="en-US" sz="1600" dirty="0"/>
              <a:t>Generative AI hype dies down, and CSPs face the hard work needed to make it a reality</a:t>
            </a:r>
          </a:p>
          <a:p>
            <a:pPr>
              <a:buFont typeface="Calibri" panose="020F0502020204030204" pitchFamily="34" charset="0"/>
              <a:buChar char="•"/>
            </a:pPr>
            <a:r>
              <a:rPr lang="en-US" sz="1600" dirty="0"/>
              <a:t>AI makes advances in automating network operations</a:t>
            </a:r>
          </a:p>
          <a:p>
            <a:pPr>
              <a:buFont typeface="Calibri" panose="020F0502020204030204" pitchFamily="34" charset="0"/>
              <a:buChar char="•"/>
            </a:pPr>
            <a:r>
              <a:rPr lang="en-US" sz="1600" dirty="0"/>
              <a:t>Data management comes to the fore as CSPs look for ways to drive revenue growth</a:t>
            </a:r>
          </a:p>
          <a:p>
            <a:pPr>
              <a:buFont typeface="Calibri" panose="020F0502020204030204" pitchFamily="34" charset="0"/>
              <a:buChar char="•"/>
            </a:pPr>
            <a:r>
              <a:rPr lang="en-US" sz="1600" dirty="0"/>
              <a:t>Appendix</a:t>
            </a:r>
          </a:p>
        </p:txBody>
      </p:sp>
    </p:spTree>
    <p:extLst>
      <p:ext uri="{BB962C8B-B14F-4D97-AF65-F5344CB8AC3E}">
        <p14:creationId xmlns:p14="http://schemas.microsoft.com/office/powerpoint/2010/main" val="9195885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D3BAD3D-A58B-43F1-8D10-8969B274BB64}"/>
              </a:ext>
            </a:extLst>
          </p:cNvPr>
          <p:cNvSpPr>
            <a:spLocks noGrp="1"/>
          </p:cNvSpPr>
          <p:nvPr>
            <p:ph type="title"/>
          </p:nvPr>
        </p:nvSpPr>
        <p:spPr/>
        <p:txBody>
          <a:bodyPr/>
          <a:lstStyle/>
          <a:p>
            <a:r>
              <a:rPr lang="en-US" dirty="0"/>
              <a:t>Key messages</a:t>
            </a:r>
          </a:p>
        </p:txBody>
      </p:sp>
      <p:sp>
        <p:nvSpPr>
          <p:cNvPr id="2" name="Content Placeholder 1">
            <a:extLst>
              <a:ext uri="{FF2B5EF4-FFF2-40B4-BE49-F238E27FC236}">
                <a16:creationId xmlns:a16="http://schemas.microsoft.com/office/drawing/2014/main" id="{0C8D7EB2-E593-49BD-8C24-5823FCB0F766}"/>
              </a:ext>
            </a:extLst>
          </p:cNvPr>
          <p:cNvSpPr>
            <a:spLocks noGrp="1"/>
          </p:cNvSpPr>
          <p:nvPr>
            <p:ph idx="1"/>
          </p:nvPr>
        </p:nvSpPr>
        <p:spPr>
          <a:xfrm>
            <a:off x="341640" y="1419909"/>
            <a:ext cx="3700800" cy="4577666"/>
          </a:xfrm>
          <a:solidFill>
            <a:schemeClr val="accent1">
              <a:lumMod val="20000"/>
              <a:lumOff val="80000"/>
            </a:schemeClr>
          </a:solidFill>
        </p:spPr>
        <p:txBody>
          <a:bodyPr lIns="108000" tIns="1476000" rIns="108000" bIns="216000" anchor="t"/>
          <a:lstStyle/>
          <a:p>
            <a:pPr marL="0" indent="0" algn="ctr">
              <a:buNone/>
            </a:pPr>
            <a:r>
              <a:rPr lang="en-US" b="1" dirty="0"/>
              <a:t>Generative AI (</a:t>
            </a:r>
            <a:r>
              <a:rPr lang="en-US" b="1" dirty="0" err="1"/>
              <a:t>GenAI</a:t>
            </a:r>
            <a:r>
              <a:rPr lang="en-US" b="1" dirty="0"/>
              <a:t>) hype dies down, and CSPs face the hard work needed to make it a reality.</a:t>
            </a:r>
          </a:p>
          <a:p>
            <a:pPr marL="0" indent="0" algn="ctr">
              <a:buNone/>
            </a:pPr>
            <a:r>
              <a:rPr lang="en-US" dirty="0"/>
              <a:t>Leading communications service providers (CSPs) have discovered that generic large language models (LLMs) can work for many telco use cases. They are gaining skills in fine-tuning, prompt-engineering, and retrieval-augmented generation (RAG) and reaping the benefits. Others must now follow suit or risk being left behind.</a:t>
            </a:r>
          </a:p>
        </p:txBody>
      </p:sp>
      <p:sp>
        <p:nvSpPr>
          <p:cNvPr id="6" name="Content Placeholder 5">
            <a:extLst>
              <a:ext uri="{FF2B5EF4-FFF2-40B4-BE49-F238E27FC236}">
                <a16:creationId xmlns:a16="http://schemas.microsoft.com/office/drawing/2014/main" id="{A2F8321E-8B9E-4291-8033-18AF569D1600}"/>
              </a:ext>
            </a:extLst>
          </p:cNvPr>
          <p:cNvSpPr>
            <a:spLocks noGrp="1"/>
          </p:cNvSpPr>
          <p:nvPr>
            <p:ph idx="10"/>
          </p:nvPr>
        </p:nvSpPr>
        <p:spPr>
          <a:solidFill>
            <a:schemeClr val="accent2">
              <a:lumMod val="20000"/>
              <a:lumOff val="80000"/>
            </a:schemeClr>
          </a:solidFill>
        </p:spPr>
        <p:txBody>
          <a:bodyPr vert="horz" lIns="108000" tIns="1476000" rIns="108000" bIns="216000" rtlCol="0" anchor="t" anchorCtr="0">
            <a:noAutofit/>
          </a:bodyPr>
          <a:lstStyle/>
          <a:p>
            <a:pPr marL="0" indent="0" algn="ctr">
              <a:buNone/>
            </a:pPr>
            <a:r>
              <a:rPr lang="en-US" b="1" dirty="0"/>
              <a:t>AI makes advances in automating network operations.</a:t>
            </a:r>
          </a:p>
          <a:p>
            <a:pPr marL="0" indent="0" algn="ctr">
              <a:buNone/>
            </a:pPr>
            <a:r>
              <a:rPr lang="en-US" dirty="0"/>
              <a:t>CSPs continue their journey toward autonomous operations, and artificial intelligence (AI) plays an increasingly important role. CSPs have been gaining clarity on which processes will benefit most from AI and slowly but steadily starting down the road to AIOps.</a:t>
            </a:r>
          </a:p>
        </p:txBody>
      </p:sp>
      <p:sp>
        <p:nvSpPr>
          <p:cNvPr id="7" name="Content Placeholder 6">
            <a:extLst>
              <a:ext uri="{FF2B5EF4-FFF2-40B4-BE49-F238E27FC236}">
                <a16:creationId xmlns:a16="http://schemas.microsoft.com/office/drawing/2014/main" id="{045B59AD-8C21-4842-9370-F696176D9B0A}"/>
              </a:ext>
            </a:extLst>
          </p:cNvPr>
          <p:cNvSpPr>
            <a:spLocks noGrp="1"/>
          </p:cNvSpPr>
          <p:nvPr>
            <p:ph idx="11"/>
          </p:nvPr>
        </p:nvSpPr>
        <p:spPr>
          <a:solidFill>
            <a:schemeClr val="accent3">
              <a:lumMod val="20000"/>
              <a:lumOff val="80000"/>
            </a:schemeClr>
          </a:solidFill>
        </p:spPr>
        <p:txBody>
          <a:bodyPr vert="horz" lIns="108000" tIns="1476000" rIns="108000" bIns="216000" rtlCol="0" anchor="t" anchorCtr="0">
            <a:noAutofit/>
          </a:bodyPr>
          <a:lstStyle/>
          <a:p>
            <a:pPr marL="0" indent="0" algn="ctr">
              <a:buNone/>
            </a:pPr>
            <a:r>
              <a:rPr lang="en-US" b="1" dirty="0"/>
              <a:t>Data management comes to the fore as CSPs look for ways to drive revenue growth.</a:t>
            </a:r>
          </a:p>
          <a:p>
            <a:pPr marL="0" indent="0" algn="ctr">
              <a:buNone/>
            </a:pPr>
            <a:r>
              <a:rPr lang="en-US" dirty="0"/>
              <a:t>The AI revolution is forcing CSPs to take a hard look at the quality of their data. Most realize that this data holds the key to insights that could help them create new offers to drive new revenue. They must find it, cleanse it, and standardize it before AI can work its magic.</a:t>
            </a:r>
          </a:p>
        </p:txBody>
      </p:sp>
      <p:grpSp>
        <p:nvGrpSpPr>
          <p:cNvPr id="3" name="Group 2">
            <a:extLst>
              <a:ext uri="{FF2B5EF4-FFF2-40B4-BE49-F238E27FC236}">
                <a16:creationId xmlns:a16="http://schemas.microsoft.com/office/drawing/2014/main" id="{655D812A-484E-3EDE-291C-EF0AF06B66F7}"/>
              </a:ext>
            </a:extLst>
          </p:cNvPr>
          <p:cNvGrpSpPr/>
          <p:nvPr/>
        </p:nvGrpSpPr>
        <p:grpSpPr>
          <a:xfrm>
            <a:off x="1799516" y="1580064"/>
            <a:ext cx="801669" cy="798540"/>
            <a:chOff x="1806190" y="2092865"/>
            <a:chExt cx="801669" cy="798540"/>
          </a:xfrm>
        </p:grpSpPr>
        <p:grpSp>
          <p:nvGrpSpPr>
            <p:cNvPr id="8" name="Group 7">
              <a:extLst>
                <a:ext uri="{FF2B5EF4-FFF2-40B4-BE49-F238E27FC236}">
                  <a16:creationId xmlns:a16="http://schemas.microsoft.com/office/drawing/2014/main" id="{27698070-681F-4B39-961B-D6A442685241}"/>
                </a:ext>
              </a:extLst>
            </p:cNvPr>
            <p:cNvGrpSpPr/>
            <p:nvPr/>
          </p:nvGrpSpPr>
          <p:grpSpPr>
            <a:xfrm>
              <a:off x="1806190" y="2092867"/>
              <a:ext cx="801669" cy="798538"/>
              <a:chOff x="7646900" y="4847777"/>
              <a:chExt cx="801669" cy="798538"/>
            </a:xfrm>
          </p:grpSpPr>
          <p:sp>
            <p:nvSpPr>
              <p:cNvPr id="11" name="Freeform: Shape 10">
                <a:extLst>
                  <a:ext uri="{FF2B5EF4-FFF2-40B4-BE49-F238E27FC236}">
                    <a16:creationId xmlns:a16="http://schemas.microsoft.com/office/drawing/2014/main" id="{193AE6D4-79E2-4BB1-98DF-7DBBF0B3C331}"/>
                  </a:ext>
                </a:extLst>
              </p:cNvPr>
              <p:cNvSpPr/>
              <p:nvPr/>
            </p:nvSpPr>
            <p:spPr>
              <a:xfrm>
                <a:off x="8386345" y="5115339"/>
                <a:ext cx="62224" cy="62224"/>
              </a:xfrm>
              <a:custGeom>
                <a:avLst/>
                <a:gdLst>
                  <a:gd name="connsiteX0" fmla="*/ 33186 w 62223"/>
                  <a:gd name="connsiteY0" fmla="*/ 66372 h 62223"/>
                  <a:gd name="connsiteX1" fmla="*/ 0 w 62223"/>
                  <a:gd name="connsiteY1" fmla="*/ 33186 h 62223"/>
                  <a:gd name="connsiteX2" fmla="*/ 33186 w 62223"/>
                  <a:gd name="connsiteY2" fmla="*/ 0 h 62223"/>
                  <a:gd name="connsiteX3" fmla="*/ 66371 w 62223"/>
                  <a:gd name="connsiteY3" fmla="*/ 33186 h 62223"/>
                  <a:gd name="connsiteX4" fmla="*/ 33186 w 62223"/>
                  <a:gd name="connsiteY4" fmla="*/ 66372 h 62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223" h="62223">
                    <a:moveTo>
                      <a:pt x="33186" y="66372"/>
                    </a:moveTo>
                    <a:cubicBezTo>
                      <a:pt x="14518" y="66372"/>
                      <a:pt x="0" y="51853"/>
                      <a:pt x="0" y="33186"/>
                    </a:cubicBezTo>
                    <a:cubicBezTo>
                      <a:pt x="0" y="14519"/>
                      <a:pt x="15556" y="0"/>
                      <a:pt x="33186" y="0"/>
                    </a:cubicBezTo>
                    <a:cubicBezTo>
                      <a:pt x="51853" y="0"/>
                      <a:pt x="66371" y="14519"/>
                      <a:pt x="66371" y="33186"/>
                    </a:cubicBezTo>
                    <a:cubicBezTo>
                      <a:pt x="66371" y="51853"/>
                      <a:pt x="51853" y="66372"/>
                      <a:pt x="33186" y="66372"/>
                    </a:cubicBezTo>
                  </a:path>
                </a:pathLst>
              </a:custGeom>
              <a:solidFill>
                <a:srgbClr val="000000"/>
              </a:solidFill>
              <a:ln w="10368" cap="flat">
                <a:noFill/>
                <a:prstDash val="solid"/>
                <a:miter/>
              </a:ln>
            </p:spPr>
            <p:txBody>
              <a:bodyPr rtlCol="0" anchor="ctr"/>
              <a:lstStyle/>
              <a:p>
                <a:endParaRPr lang="en-US" dirty="0"/>
              </a:p>
            </p:txBody>
          </p:sp>
          <p:sp>
            <p:nvSpPr>
              <p:cNvPr id="12" name="Freeform: Shape 11">
                <a:extLst>
                  <a:ext uri="{FF2B5EF4-FFF2-40B4-BE49-F238E27FC236}">
                    <a16:creationId xmlns:a16="http://schemas.microsoft.com/office/drawing/2014/main" id="{554ABB35-8485-4FBA-BB4C-22322B572766}"/>
                  </a:ext>
                </a:extLst>
              </p:cNvPr>
              <p:cNvSpPr/>
              <p:nvPr/>
            </p:nvSpPr>
            <p:spPr>
              <a:xfrm>
                <a:off x="7646900" y="4847777"/>
                <a:ext cx="798538" cy="798538"/>
              </a:xfrm>
              <a:custGeom>
                <a:avLst/>
                <a:gdLst>
                  <a:gd name="connsiteX0" fmla="*/ 775743 w 798538"/>
                  <a:gd name="connsiteY0" fmla="*/ 368157 h 798538"/>
                  <a:gd name="connsiteX1" fmla="*/ 774704 w 798538"/>
                  <a:gd name="connsiteY1" fmla="*/ 368157 h 798538"/>
                  <a:gd name="connsiteX2" fmla="*/ 749816 w 798538"/>
                  <a:gd name="connsiteY2" fmla="*/ 392010 h 798538"/>
                  <a:gd name="connsiteX3" fmla="*/ 749816 w 798538"/>
                  <a:gd name="connsiteY3" fmla="*/ 394084 h 798538"/>
                  <a:gd name="connsiteX4" fmla="*/ 748778 w 798538"/>
                  <a:gd name="connsiteY4" fmla="*/ 409640 h 798538"/>
                  <a:gd name="connsiteX5" fmla="*/ 648183 w 798538"/>
                  <a:gd name="connsiteY5" fmla="*/ 656461 h 798538"/>
                  <a:gd name="connsiteX6" fmla="*/ 402400 w 798538"/>
                  <a:gd name="connsiteY6" fmla="*/ 754982 h 798538"/>
                  <a:gd name="connsiteX7" fmla="*/ 402400 w 798538"/>
                  <a:gd name="connsiteY7" fmla="*/ 754982 h 798538"/>
                  <a:gd name="connsiteX8" fmla="*/ 154542 w 798538"/>
                  <a:gd name="connsiteY8" fmla="*/ 653350 h 798538"/>
                  <a:gd name="connsiteX9" fmla="*/ 49798 w 798538"/>
                  <a:gd name="connsiteY9" fmla="*/ 402380 h 798538"/>
                  <a:gd name="connsiteX10" fmla="*/ 49798 w 798538"/>
                  <a:gd name="connsiteY10" fmla="*/ 402380 h 798538"/>
                  <a:gd name="connsiteX11" fmla="*/ 148319 w 798538"/>
                  <a:gd name="connsiteY11" fmla="*/ 158671 h 798538"/>
                  <a:gd name="connsiteX12" fmla="*/ 387881 w 798538"/>
                  <a:gd name="connsiteY12" fmla="*/ 50816 h 798538"/>
                  <a:gd name="connsiteX13" fmla="*/ 400325 w 798538"/>
                  <a:gd name="connsiteY13" fmla="*/ 49779 h 798538"/>
                  <a:gd name="connsiteX14" fmla="*/ 403437 w 798538"/>
                  <a:gd name="connsiteY14" fmla="*/ 49779 h 798538"/>
                  <a:gd name="connsiteX15" fmla="*/ 403437 w 798538"/>
                  <a:gd name="connsiteY15" fmla="*/ 49779 h 798538"/>
                  <a:gd name="connsiteX16" fmla="*/ 426252 w 798538"/>
                  <a:gd name="connsiteY16" fmla="*/ 23852 h 798538"/>
                  <a:gd name="connsiteX17" fmla="*/ 403437 w 798538"/>
                  <a:gd name="connsiteY17" fmla="*/ 0 h 798538"/>
                  <a:gd name="connsiteX18" fmla="*/ 403437 w 798538"/>
                  <a:gd name="connsiteY18" fmla="*/ 0 h 798538"/>
                  <a:gd name="connsiteX19" fmla="*/ 400325 w 798538"/>
                  <a:gd name="connsiteY19" fmla="*/ 0 h 798538"/>
                  <a:gd name="connsiteX20" fmla="*/ 385806 w 798538"/>
                  <a:gd name="connsiteY20" fmla="*/ 1037 h 798538"/>
                  <a:gd name="connsiteX21" fmla="*/ 112022 w 798538"/>
                  <a:gd name="connsiteY21" fmla="*/ 124448 h 798538"/>
                  <a:gd name="connsiteX22" fmla="*/ 19 w 798538"/>
                  <a:gd name="connsiteY22" fmla="*/ 403417 h 798538"/>
                  <a:gd name="connsiteX23" fmla="*/ 19 w 798538"/>
                  <a:gd name="connsiteY23" fmla="*/ 403417 h 798538"/>
                  <a:gd name="connsiteX24" fmla="*/ 120318 w 798538"/>
                  <a:gd name="connsiteY24" fmla="*/ 690684 h 798538"/>
                  <a:gd name="connsiteX25" fmla="*/ 402400 w 798538"/>
                  <a:gd name="connsiteY25" fmla="*/ 806835 h 798538"/>
                  <a:gd name="connsiteX26" fmla="*/ 404474 w 798538"/>
                  <a:gd name="connsiteY26" fmla="*/ 806835 h 798538"/>
                  <a:gd name="connsiteX27" fmla="*/ 404474 w 798538"/>
                  <a:gd name="connsiteY27" fmla="*/ 806835 h 798538"/>
                  <a:gd name="connsiteX28" fmla="*/ 555884 w 798538"/>
                  <a:gd name="connsiteY28" fmla="*/ 777797 h 798538"/>
                  <a:gd name="connsiteX29" fmla="*/ 685517 w 798538"/>
                  <a:gd name="connsiteY29" fmla="*/ 692758 h 798538"/>
                  <a:gd name="connsiteX30" fmla="*/ 770557 w 798538"/>
                  <a:gd name="connsiteY30" fmla="*/ 563125 h 798538"/>
                  <a:gd name="connsiteX31" fmla="*/ 801669 w 798538"/>
                  <a:gd name="connsiteY31" fmla="*/ 412751 h 798538"/>
                  <a:gd name="connsiteX32" fmla="*/ 802706 w 798538"/>
                  <a:gd name="connsiteY32" fmla="*/ 395121 h 798538"/>
                  <a:gd name="connsiteX33" fmla="*/ 802706 w 798538"/>
                  <a:gd name="connsiteY33" fmla="*/ 393047 h 798538"/>
                  <a:gd name="connsiteX34" fmla="*/ 775743 w 798538"/>
                  <a:gd name="connsiteY34" fmla="*/ 368157 h 798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98538" h="798538">
                    <a:moveTo>
                      <a:pt x="775743" y="368157"/>
                    </a:moveTo>
                    <a:cubicBezTo>
                      <a:pt x="775743" y="368157"/>
                      <a:pt x="774704" y="368157"/>
                      <a:pt x="774704" y="368157"/>
                    </a:cubicBezTo>
                    <a:cubicBezTo>
                      <a:pt x="761223" y="368157"/>
                      <a:pt x="749816" y="378528"/>
                      <a:pt x="749816" y="392010"/>
                    </a:cubicBezTo>
                    <a:lnTo>
                      <a:pt x="749816" y="394084"/>
                    </a:lnTo>
                    <a:cubicBezTo>
                      <a:pt x="749816" y="404455"/>
                      <a:pt x="748778" y="409640"/>
                      <a:pt x="748778" y="409640"/>
                    </a:cubicBezTo>
                    <a:cubicBezTo>
                      <a:pt x="746704" y="500901"/>
                      <a:pt x="712481" y="592163"/>
                      <a:pt x="648183" y="656461"/>
                    </a:cubicBezTo>
                    <a:cubicBezTo>
                      <a:pt x="584923" y="720759"/>
                      <a:pt x="493661" y="756019"/>
                      <a:pt x="402400" y="754982"/>
                    </a:cubicBezTo>
                    <a:lnTo>
                      <a:pt x="402400" y="754982"/>
                    </a:lnTo>
                    <a:cubicBezTo>
                      <a:pt x="310101" y="754982"/>
                      <a:pt x="219876" y="717648"/>
                      <a:pt x="154542" y="653350"/>
                    </a:cubicBezTo>
                    <a:cubicBezTo>
                      <a:pt x="87133" y="588015"/>
                      <a:pt x="48761" y="495716"/>
                      <a:pt x="49798" y="402380"/>
                    </a:cubicBezTo>
                    <a:lnTo>
                      <a:pt x="49798" y="402380"/>
                    </a:lnTo>
                    <a:cubicBezTo>
                      <a:pt x="49798" y="312156"/>
                      <a:pt x="86095" y="222969"/>
                      <a:pt x="148319" y="158671"/>
                    </a:cubicBezTo>
                    <a:cubicBezTo>
                      <a:pt x="210543" y="93336"/>
                      <a:pt x="297656" y="53927"/>
                      <a:pt x="387881" y="50816"/>
                    </a:cubicBezTo>
                    <a:cubicBezTo>
                      <a:pt x="392029" y="50816"/>
                      <a:pt x="396177" y="50816"/>
                      <a:pt x="400325" y="49779"/>
                    </a:cubicBezTo>
                    <a:lnTo>
                      <a:pt x="403437" y="49779"/>
                    </a:lnTo>
                    <a:lnTo>
                      <a:pt x="403437" y="49779"/>
                    </a:lnTo>
                    <a:cubicBezTo>
                      <a:pt x="416918" y="48742"/>
                      <a:pt x="427288" y="37334"/>
                      <a:pt x="426252" y="23852"/>
                    </a:cubicBezTo>
                    <a:cubicBezTo>
                      <a:pt x="425215" y="11408"/>
                      <a:pt x="415881" y="1037"/>
                      <a:pt x="403437" y="0"/>
                    </a:cubicBezTo>
                    <a:lnTo>
                      <a:pt x="403437" y="0"/>
                    </a:lnTo>
                    <a:cubicBezTo>
                      <a:pt x="401362" y="0"/>
                      <a:pt x="400325" y="0"/>
                      <a:pt x="400325" y="0"/>
                    </a:cubicBezTo>
                    <a:cubicBezTo>
                      <a:pt x="395140" y="0"/>
                      <a:pt x="390991" y="0"/>
                      <a:pt x="385806" y="1037"/>
                    </a:cubicBezTo>
                    <a:cubicBezTo>
                      <a:pt x="283138" y="5185"/>
                      <a:pt x="182542" y="50816"/>
                      <a:pt x="112022" y="124448"/>
                    </a:cubicBezTo>
                    <a:cubicBezTo>
                      <a:pt x="40465" y="198079"/>
                      <a:pt x="-1018" y="300748"/>
                      <a:pt x="19" y="403417"/>
                    </a:cubicBezTo>
                    <a:lnTo>
                      <a:pt x="19" y="403417"/>
                    </a:lnTo>
                    <a:cubicBezTo>
                      <a:pt x="19" y="510235"/>
                      <a:pt x="43576" y="616015"/>
                      <a:pt x="120318" y="690684"/>
                    </a:cubicBezTo>
                    <a:cubicBezTo>
                      <a:pt x="193950" y="764316"/>
                      <a:pt x="297656" y="806835"/>
                      <a:pt x="402400" y="806835"/>
                    </a:cubicBezTo>
                    <a:lnTo>
                      <a:pt x="404474" y="806835"/>
                    </a:lnTo>
                    <a:lnTo>
                      <a:pt x="404474" y="806835"/>
                    </a:lnTo>
                    <a:cubicBezTo>
                      <a:pt x="456327" y="806835"/>
                      <a:pt x="508180" y="797501"/>
                      <a:pt x="555884" y="777797"/>
                    </a:cubicBezTo>
                    <a:cubicBezTo>
                      <a:pt x="604627" y="759130"/>
                      <a:pt x="649220" y="730092"/>
                      <a:pt x="685517" y="692758"/>
                    </a:cubicBezTo>
                    <a:cubicBezTo>
                      <a:pt x="722851" y="655424"/>
                      <a:pt x="750853" y="610830"/>
                      <a:pt x="770557" y="563125"/>
                    </a:cubicBezTo>
                    <a:cubicBezTo>
                      <a:pt x="790260" y="515420"/>
                      <a:pt x="799594" y="463567"/>
                      <a:pt x="801669" y="412751"/>
                    </a:cubicBezTo>
                    <a:cubicBezTo>
                      <a:pt x="801669" y="412751"/>
                      <a:pt x="801669" y="406529"/>
                      <a:pt x="802706" y="395121"/>
                    </a:cubicBezTo>
                    <a:lnTo>
                      <a:pt x="802706" y="393047"/>
                    </a:lnTo>
                    <a:cubicBezTo>
                      <a:pt x="799594" y="379565"/>
                      <a:pt x="789224" y="369194"/>
                      <a:pt x="775743" y="368157"/>
                    </a:cubicBezTo>
                  </a:path>
                </a:pathLst>
              </a:custGeom>
              <a:solidFill>
                <a:srgbClr val="000000"/>
              </a:solidFill>
              <a:ln w="10368" cap="flat">
                <a:noFill/>
                <a:prstDash val="solid"/>
                <a:miter/>
              </a:ln>
            </p:spPr>
            <p:txBody>
              <a:bodyPr rtlCol="0" anchor="ctr"/>
              <a:lstStyle/>
              <a:p>
                <a:endParaRPr lang="en-US" dirty="0"/>
              </a:p>
            </p:txBody>
          </p:sp>
        </p:grpSp>
        <p:sp>
          <p:nvSpPr>
            <p:cNvPr id="27" name="TextBox 26">
              <a:extLst>
                <a:ext uri="{FF2B5EF4-FFF2-40B4-BE49-F238E27FC236}">
                  <a16:creationId xmlns:a16="http://schemas.microsoft.com/office/drawing/2014/main" id="{B4A86E8F-FF46-42FA-A9AE-506EC869A928}"/>
                </a:ext>
              </a:extLst>
            </p:cNvPr>
            <p:cNvSpPr txBox="1"/>
            <p:nvPr/>
          </p:nvSpPr>
          <p:spPr>
            <a:xfrm>
              <a:off x="1806190" y="2092865"/>
              <a:ext cx="798538" cy="769441"/>
            </a:xfrm>
            <a:prstGeom prst="rect">
              <a:avLst/>
            </a:prstGeom>
            <a:noFill/>
          </p:spPr>
          <p:txBody>
            <a:bodyPr wrap="square" rtlCol="0">
              <a:spAutoFit/>
            </a:bodyPr>
            <a:lstStyle/>
            <a:p>
              <a:pPr algn="ctr"/>
              <a:r>
                <a:rPr lang="en-US" sz="4400" dirty="0"/>
                <a:t>1</a:t>
              </a:r>
            </a:p>
          </p:txBody>
        </p:sp>
      </p:grpSp>
      <p:grpSp>
        <p:nvGrpSpPr>
          <p:cNvPr id="4" name="Group 3">
            <a:extLst>
              <a:ext uri="{FF2B5EF4-FFF2-40B4-BE49-F238E27FC236}">
                <a16:creationId xmlns:a16="http://schemas.microsoft.com/office/drawing/2014/main" id="{42F09B6D-8A3C-43A9-CFC7-F0F607807899}"/>
              </a:ext>
            </a:extLst>
          </p:cNvPr>
          <p:cNvGrpSpPr/>
          <p:nvPr/>
        </p:nvGrpSpPr>
        <p:grpSpPr>
          <a:xfrm>
            <a:off x="5603090" y="1580064"/>
            <a:ext cx="801669" cy="798540"/>
            <a:chOff x="5603090" y="2092865"/>
            <a:chExt cx="801669" cy="798540"/>
          </a:xfrm>
        </p:grpSpPr>
        <p:grpSp>
          <p:nvGrpSpPr>
            <p:cNvPr id="13" name="Group 12">
              <a:extLst>
                <a:ext uri="{FF2B5EF4-FFF2-40B4-BE49-F238E27FC236}">
                  <a16:creationId xmlns:a16="http://schemas.microsoft.com/office/drawing/2014/main" id="{475284CA-D965-4345-B3A0-967B03726DCE}"/>
                </a:ext>
              </a:extLst>
            </p:cNvPr>
            <p:cNvGrpSpPr/>
            <p:nvPr/>
          </p:nvGrpSpPr>
          <p:grpSpPr>
            <a:xfrm>
              <a:off x="5603090" y="2092867"/>
              <a:ext cx="801669" cy="798538"/>
              <a:chOff x="12783568" y="1805812"/>
              <a:chExt cx="801669" cy="798538"/>
            </a:xfrm>
          </p:grpSpPr>
          <p:sp>
            <p:nvSpPr>
              <p:cNvPr id="14" name="Freeform: Shape 13">
                <a:extLst>
                  <a:ext uri="{FF2B5EF4-FFF2-40B4-BE49-F238E27FC236}">
                    <a16:creationId xmlns:a16="http://schemas.microsoft.com/office/drawing/2014/main" id="{2F9567CA-AF1B-4411-B43E-6C43B224AFD9}"/>
                  </a:ext>
                </a:extLst>
              </p:cNvPr>
              <p:cNvSpPr/>
              <p:nvPr/>
            </p:nvSpPr>
            <p:spPr>
              <a:xfrm>
                <a:off x="13523013" y="2074411"/>
                <a:ext cx="62224" cy="62224"/>
              </a:xfrm>
              <a:custGeom>
                <a:avLst/>
                <a:gdLst>
                  <a:gd name="connsiteX0" fmla="*/ 33186 w 62223"/>
                  <a:gd name="connsiteY0" fmla="*/ 66372 h 62223"/>
                  <a:gd name="connsiteX1" fmla="*/ 0 w 62223"/>
                  <a:gd name="connsiteY1" fmla="*/ 33186 h 62223"/>
                  <a:gd name="connsiteX2" fmla="*/ 33186 w 62223"/>
                  <a:gd name="connsiteY2" fmla="*/ 0 h 62223"/>
                  <a:gd name="connsiteX3" fmla="*/ 66372 w 62223"/>
                  <a:gd name="connsiteY3" fmla="*/ 33186 h 62223"/>
                  <a:gd name="connsiteX4" fmla="*/ 33186 w 62223"/>
                  <a:gd name="connsiteY4" fmla="*/ 66372 h 62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223" h="62223">
                    <a:moveTo>
                      <a:pt x="33186" y="66372"/>
                    </a:moveTo>
                    <a:cubicBezTo>
                      <a:pt x="14519" y="66372"/>
                      <a:pt x="0" y="51853"/>
                      <a:pt x="0" y="33186"/>
                    </a:cubicBezTo>
                    <a:cubicBezTo>
                      <a:pt x="0" y="14519"/>
                      <a:pt x="15556" y="0"/>
                      <a:pt x="33186" y="0"/>
                    </a:cubicBezTo>
                    <a:cubicBezTo>
                      <a:pt x="51853" y="0"/>
                      <a:pt x="66372" y="14519"/>
                      <a:pt x="66372" y="33186"/>
                    </a:cubicBezTo>
                    <a:cubicBezTo>
                      <a:pt x="66372" y="50816"/>
                      <a:pt x="50816" y="66372"/>
                      <a:pt x="33186" y="66372"/>
                    </a:cubicBezTo>
                  </a:path>
                </a:pathLst>
              </a:custGeom>
              <a:solidFill>
                <a:srgbClr val="000000"/>
              </a:solidFill>
              <a:ln w="10368" cap="flat">
                <a:noFill/>
                <a:prstDash val="solid"/>
                <a:miter/>
              </a:ln>
            </p:spPr>
            <p:txBody>
              <a:bodyPr rtlCol="0" anchor="ctr"/>
              <a:lstStyle/>
              <a:p>
                <a:endParaRPr lang="en-US" dirty="0"/>
              </a:p>
            </p:txBody>
          </p:sp>
          <p:sp>
            <p:nvSpPr>
              <p:cNvPr id="15" name="Freeform: Shape 14">
                <a:extLst>
                  <a:ext uri="{FF2B5EF4-FFF2-40B4-BE49-F238E27FC236}">
                    <a16:creationId xmlns:a16="http://schemas.microsoft.com/office/drawing/2014/main" id="{3FAD7041-F1FF-4BF6-BFDC-52D2D8812157}"/>
                  </a:ext>
                </a:extLst>
              </p:cNvPr>
              <p:cNvSpPr/>
              <p:nvPr/>
            </p:nvSpPr>
            <p:spPr>
              <a:xfrm>
                <a:off x="12783568" y="1805812"/>
                <a:ext cx="798538" cy="798538"/>
              </a:xfrm>
              <a:custGeom>
                <a:avLst/>
                <a:gdLst>
                  <a:gd name="connsiteX0" fmla="*/ 775743 w 798538"/>
                  <a:gd name="connsiteY0" fmla="*/ 369194 h 798538"/>
                  <a:gd name="connsiteX1" fmla="*/ 774706 w 798538"/>
                  <a:gd name="connsiteY1" fmla="*/ 369194 h 798538"/>
                  <a:gd name="connsiteX2" fmla="*/ 749816 w 798538"/>
                  <a:gd name="connsiteY2" fmla="*/ 393047 h 798538"/>
                  <a:gd name="connsiteX3" fmla="*/ 749816 w 798538"/>
                  <a:gd name="connsiteY3" fmla="*/ 395121 h 798538"/>
                  <a:gd name="connsiteX4" fmla="*/ 748779 w 798538"/>
                  <a:gd name="connsiteY4" fmla="*/ 410677 h 798538"/>
                  <a:gd name="connsiteX5" fmla="*/ 648183 w 798538"/>
                  <a:gd name="connsiteY5" fmla="*/ 657498 h 798538"/>
                  <a:gd name="connsiteX6" fmla="*/ 402400 w 798538"/>
                  <a:gd name="connsiteY6" fmla="*/ 756019 h 798538"/>
                  <a:gd name="connsiteX7" fmla="*/ 402400 w 798538"/>
                  <a:gd name="connsiteY7" fmla="*/ 756019 h 798538"/>
                  <a:gd name="connsiteX8" fmla="*/ 154542 w 798538"/>
                  <a:gd name="connsiteY8" fmla="*/ 654387 h 798538"/>
                  <a:gd name="connsiteX9" fmla="*/ 49799 w 798538"/>
                  <a:gd name="connsiteY9" fmla="*/ 403418 h 798538"/>
                  <a:gd name="connsiteX10" fmla="*/ 49799 w 798538"/>
                  <a:gd name="connsiteY10" fmla="*/ 403418 h 798538"/>
                  <a:gd name="connsiteX11" fmla="*/ 148319 w 798538"/>
                  <a:gd name="connsiteY11" fmla="*/ 159708 h 798538"/>
                  <a:gd name="connsiteX12" fmla="*/ 387881 w 798538"/>
                  <a:gd name="connsiteY12" fmla="*/ 50816 h 798538"/>
                  <a:gd name="connsiteX13" fmla="*/ 400325 w 798538"/>
                  <a:gd name="connsiteY13" fmla="*/ 49779 h 798538"/>
                  <a:gd name="connsiteX14" fmla="*/ 403437 w 798538"/>
                  <a:gd name="connsiteY14" fmla="*/ 49779 h 798538"/>
                  <a:gd name="connsiteX15" fmla="*/ 403437 w 798538"/>
                  <a:gd name="connsiteY15" fmla="*/ 49779 h 798538"/>
                  <a:gd name="connsiteX16" fmla="*/ 426252 w 798538"/>
                  <a:gd name="connsiteY16" fmla="*/ 23852 h 798538"/>
                  <a:gd name="connsiteX17" fmla="*/ 403437 w 798538"/>
                  <a:gd name="connsiteY17" fmla="*/ 0 h 798538"/>
                  <a:gd name="connsiteX18" fmla="*/ 403437 w 798538"/>
                  <a:gd name="connsiteY18" fmla="*/ 0 h 798538"/>
                  <a:gd name="connsiteX19" fmla="*/ 400325 w 798538"/>
                  <a:gd name="connsiteY19" fmla="*/ 0 h 798538"/>
                  <a:gd name="connsiteX20" fmla="*/ 385807 w 798538"/>
                  <a:gd name="connsiteY20" fmla="*/ 1037 h 798538"/>
                  <a:gd name="connsiteX21" fmla="*/ 112022 w 798538"/>
                  <a:gd name="connsiteY21" fmla="*/ 124448 h 798538"/>
                  <a:gd name="connsiteX22" fmla="*/ 19 w 798538"/>
                  <a:gd name="connsiteY22" fmla="*/ 403418 h 798538"/>
                  <a:gd name="connsiteX23" fmla="*/ 19 w 798538"/>
                  <a:gd name="connsiteY23" fmla="*/ 403418 h 798538"/>
                  <a:gd name="connsiteX24" fmla="*/ 120318 w 798538"/>
                  <a:gd name="connsiteY24" fmla="*/ 690684 h 798538"/>
                  <a:gd name="connsiteX25" fmla="*/ 402400 w 798538"/>
                  <a:gd name="connsiteY25" fmla="*/ 806835 h 798538"/>
                  <a:gd name="connsiteX26" fmla="*/ 404474 w 798538"/>
                  <a:gd name="connsiteY26" fmla="*/ 806835 h 798538"/>
                  <a:gd name="connsiteX27" fmla="*/ 404474 w 798538"/>
                  <a:gd name="connsiteY27" fmla="*/ 806835 h 798538"/>
                  <a:gd name="connsiteX28" fmla="*/ 555884 w 798538"/>
                  <a:gd name="connsiteY28" fmla="*/ 777797 h 798538"/>
                  <a:gd name="connsiteX29" fmla="*/ 685517 w 798538"/>
                  <a:gd name="connsiteY29" fmla="*/ 692758 h 798538"/>
                  <a:gd name="connsiteX30" fmla="*/ 770557 w 798538"/>
                  <a:gd name="connsiteY30" fmla="*/ 563125 h 798538"/>
                  <a:gd name="connsiteX31" fmla="*/ 801669 w 798538"/>
                  <a:gd name="connsiteY31" fmla="*/ 412751 h 798538"/>
                  <a:gd name="connsiteX32" fmla="*/ 802706 w 798538"/>
                  <a:gd name="connsiteY32" fmla="*/ 395121 h 798538"/>
                  <a:gd name="connsiteX33" fmla="*/ 802706 w 798538"/>
                  <a:gd name="connsiteY33" fmla="*/ 393047 h 798538"/>
                  <a:gd name="connsiteX34" fmla="*/ 775743 w 798538"/>
                  <a:gd name="connsiteY34" fmla="*/ 369194 h 798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98538" h="798538">
                    <a:moveTo>
                      <a:pt x="775743" y="369194"/>
                    </a:moveTo>
                    <a:cubicBezTo>
                      <a:pt x="775743" y="369194"/>
                      <a:pt x="774706" y="369194"/>
                      <a:pt x="774706" y="369194"/>
                    </a:cubicBezTo>
                    <a:cubicBezTo>
                      <a:pt x="761223" y="369194"/>
                      <a:pt x="749816" y="379565"/>
                      <a:pt x="749816" y="393047"/>
                    </a:cubicBezTo>
                    <a:lnTo>
                      <a:pt x="749816" y="395121"/>
                    </a:lnTo>
                    <a:cubicBezTo>
                      <a:pt x="749816" y="405492"/>
                      <a:pt x="748779" y="410677"/>
                      <a:pt x="748779" y="410677"/>
                    </a:cubicBezTo>
                    <a:cubicBezTo>
                      <a:pt x="746704" y="501938"/>
                      <a:pt x="712482" y="593200"/>
                      <a:pt x="648183" y="657498"/>
                    </a:cubicBezTo>
                    <a:cubicBezTo>
                      <a:pt x="584923" y="721796"/>
                      <a:pt x="493661" y="757056"/>
                      <a:pt x="402400" y="756019"/>
                    </a:cubicBezTo>
                    <a:lnTo>
                      <a:pt x="402400" y="756019"/>
                    </a:lnTo>
                    <a:cubicBezTo>
                      <a:pt x="310101" y="756019"/>
                      <a:pt x="219877" y="718685"/>
                      <a:pt x="154542" y="654387"/>
                    </a:cubicBezTo>
                    <a:cubicBezTo>
                      <a:pt x="87133" y="589052"/>
                      <a:pt x="48762" y="496753"/>
                      <a:pt x="49799" y="403418"/>
                    </a:cubicBezTo>
                    <a:lnTo>
                      <a:pt x="49799" y="403418"/>
                    </a:lnTo>
                    <a:cubicBezTo>
                      <a:pt x="49799" y="313193"/>
                      <a:pt x="86096" y="224006"/>
                      <a:pt x="148319" y="159708"/>
                    </a:cubicBezTo>
                    <a:cubicBezTo>
                      <a:pt x="210543" y="94373"/>
                      <a:pt x="297657" y="54964"/>
                      <a:pt x="387881" y="50816"/>
                    </a:cubicBezTo>
                    <a:cubicBezTo>
                      <a:pt x="392029" y="50816"/>
                      <a:pt x="396178" y="50816"/>
                      <a:pt x="400325" y="49779"/>
                    </a:cubicBezTo>
                    <a:lnTo>
                      <a:pt x="403437" y="49779"/>
                    </a:lnTo>
                    <a:lnTo>
                      <a:pt x="403437" y="49779"/>
                    </a:lnTo>
                    <a:cubicBezTo>
                      <a:pt x="416919" y="48742"/>
                      <a:pt x="427290" y="37334"/>
                      <a:pt x="426252" y="23852"/>
                    </a:cubicBezTo>
                    <a:cubicBezTo>
                      <a:pt x="425215" y="11408"/>
                      <a:pt x="415881" y="1037"/>
                      <a:pt x="403437" y="0"/>
                    </a:cubicBezTo>
                    <a:lnTo>
                      <a:pt x="403437" y="0"/>
                    </a:lnTo>
                    <a:cubicBezTo>
                      <a:pt x="401363" y="0"/>
                      <a:pt x="400325" y="0"/>
                      <a:pt x="400325" y="0"/>
                    </a:cubicBezTo>
                    <a:cubicBezTo>
                      <a:pt x="395140" y="0"/>
                      <a:pt x="390992" y="0"/>
                      <a:pt x="385807" y="1037"/>
                    </a:cubicBezTo>
                    <a:cubicBezTo>
                      <a:pt x="283138" y="5185"/>
                      <a:pt x="182542" y="50816"/>
                      <a:pt x="112022" y="124448"/>
                    </a:cubicBezTo>
                    <a:cubicBezTo>
                      <a:pt x="40465" y="198079"/>
                      <a:pt x="-1018" y="300748"/>
                      <a:pt x="19" y="403418"/>
                    </a:cubicBezTo>
                    <a:lnTo>
                      <a:pt x="19" y="403418"/>
                    </a:lnTo>
                    <a:cubicBezTo>
                      <a:pt x="19" y="510235"/>
                      <a:pt x="43576" y="616015"/>
                      <a:pt x="120318" y="690684"/>
                    </a:cubicBezTo>
                    <a:cubicBezTo>
                      <a:pt x="193951" y="764315"/>
                      <a:pt x="297657" y="806835"/>
                      <a:pt x="402400" y="806835"/>
                    </a:cubicBezTo>
                    <a:lnTo>
                      <a:pt x="404474" y="806835"/>
                    </a:lnTo>
                    <a:lnTo>
                      <a:pt x="404474" y="806835"/>
                    </a:lnTo>
                    <a:cubicBezTo>
                      <a:pt x="456327" y="806835"/>
                      <a:pt x="508180" y="797501"/>
                      <a:pt x="555884" y="777797"/>
                    </a:cubicBezTo>
                    <a:cubicBezTo>
                      <a:pt x="604627" y="759130"/>
                      <a:pt x="649220" y="730092"/>
                      <a:pt x="685517" y="692758"/>
                    </a:cubicBezTo>
                    <a:cubicBezTo>
                      <a:pt x="722853" y="655424"/>
                      <a:pt x="750853" y="610830"/>
                      <a:pt x="770557" y="563125"/>
                    </a:cubicBezTo>
                    <a:cubicBezTo>
                      <a:pt x="790262" y="515420"/>
                      <a:pt x="799594" y="463567"/>
                      <a:pt x="801669" y="412751"/>
                    </a:cubicBezTo>
                    <a:cubicBezTo>
                      <a:pt x="801669" y="412751"/>
                      <a:pt x="801669" y="406529"/>
                      <a:pt x="802706" y="395121"/>
                    </a:cubicBezTo>
                    <a:lnTo>
                      <a:pt x="802706" y="393047"/>
                    </a:lnTo>
                    <a:cubicBezTo>
                      <a:pt x="798557" y="380602"/>
                      <a:pt x="788187" y="369194"/>
                      <a:pt x="775743" y="369194"/>
                    </a:cubicBezTo>
                  </a:path>
                </a:pathLst>
              </a:custGeom>
              <a:solidFill>
                <a:srgbClr val="000000"/>
              </a:solidFill>
              <a:ln w="10368" cap="flat">
                <a:noFill/>
                <a:prstDash val="solid"/>
                <a:miter/>
              </a:ln>
            </p:spPr>
            <p:txBody>
              <a:bodyPr rtlCol="0" anchor="ctr"/>
              <a:lstStyle/>
              <a:p>
                <a:endParaRPr lang="en-US" dirty="0"/>
              </a:p>
            </p:txBody>
          </p:sp>
        </p:grpSp>
        <p:sp>
          <p:nvSpPr>
            <p:cNvPr id="28" name="TextBox 27">
              <a:extLst>
                <a:ext uri="{FF2B5EF4-FFF2-40B4-BE49-F238E27FC236}">
                  <a16:creationId xmlns:a16="http://schemas.microsoft.com/office/drawing/2014/main" id="{218C48CF-570C-41C6-8C61-F364B0761788}"/>
                </a:ext>
              </a:extLst>
            </p:cNvPr>
            <p:cNvSpPr txBox="1"/>
            <p:nvPr/>
          </p:nvSpPr>
          <p:spPr>
            <a:xfrm>
              <a:off x="5603090" y="2092865"/>
              <a:ext cx="798538" cy="769441"/>
            </a:xfrm>
            <a:prstGeom prst="rect">
              <a:avLst/>
            </a:prstGeom>
            <a:noFill/>
          </p:spPr>
          <p:txBody>
            <a:bodyPr wrap="square" rtlCol="0">
              <a:spAutoFit/>
            </a:bodyPr>
            <a:lstStyle/>
            <a:p>
              <a:pPr algn="ctr"/>
              <a:r>
                <a:rPr lang="en-US" sz="4400" dirty="0"/>
                <a:t>2</a:t>
              </a:r>
            </a:p>
          </p:txBody>
        </p:sp>
      </p:grpSp>
      <p:grpSp>
        <p:nvGrpSpPr>
          <p:cNvPr id="9" name="Group 8">
            <a:extLst>
              <a:ext uri="{FF2B5EF4-FFF2-40B4-BE49-F238E27FC236}">
                <a16:creationId xmlns:a16="http://schemas.microsoft.com/office/drawing/2014/main" id="{C6051B5C-D06F-DAB3-1B3D-723DA537AB20}"/>
              </a:ext>
            </a:extLst>
          </p:cNvPr>
          <p:cNvGrpSpPr/>
          <p:nvPr/>
        </p:nvGrpSpPr>
        <p:grpSpPr>
          <a:xfrm>
            <a:off x="9579378" y="1580064"/>
            <a:ext cx="808929" cy="798540"/>
            <a:chOff x="9579378" y="2092865"/>
            <a:chExt cx="808929" cy="798540"/>
          </a:xfrm>
        </p:grpSpPr>
        <p:grpSp>
          <p:nvGrpSpPr>
            <p:cNvPr id="22" name="Group 21">
              <a:extLst>
                <a:ext uri="{FF2B5EF4-FFF2-40B4-BE49-F238E27FC236}">
                  <a16:creationId xmlns:a16="http://schemas.microsoft.com/office/drawing/2014/main" id="{1022EF67-12EB-4B15-9388-FB64423B4AC1}"/>
                </a:ext>
              </a:extLst>
            </p:cNvPr>
            <p:cNvGrpSpPr/>
            <p:nvPr/>
          </p:nvGrpSpPr>
          <p:grpSpPr>
            <a:xfrm>
              <a:off x="9579378" y="2092867"/>
              <a:ext cx="801669" cy="798538"/>
              <a:chOff x="11284863" y="7886112"/>
              <a:chExt cx="801669" cy="798538"/>
            </a:xfrm>
          </p:grpSpPr>
          <p:sp>
            <p:nvSpPr>
              <p:cNvPr id="25" name="Freeform: Shape 24">
                <a:extLst>
                  <a:ext uri="{FF2B5EF4-FFF2-40B4-BE49-F238E27FC236}">
                    <a16:creationId xmlns:a16="http://schemas.microsoft.com/office/drawing/2014/main" id="{91959C91-4EB6-4005-86FB-BC3CE4F2249A}"/>
                  </a:ext>
                </a:extLst>
              </p:cNvPr>
              <p:cNvSpPr/>
              <p:nvPr/>
            </p:nvSpPr>
            <p:spPr>
              <a:xfrm>
                <a:off x="12024308" y="8154711"/>
                <a:ext cx="62224" cy="62224"/>
              </a:xfrm>
              <a:custGeom>
                <a:avLst/>
                <a:gdLst>
                  <a:gd name="connsiteX0" fmla="*/ 33186 w 62223"/>
                  <a:gd name="connsiteY0" fmla="*/ 66372 h 62223"/>
                  <a:gd name="connsiteX1" fmla="*/ 0 w 62223"/>
                  <a:gd name="connsiteY1" fmla="*/ 33186 h 62223"/>
                  <a:gd name="connsiteX2" fmla="*/ 33186 w 62223"/>
                  <a:gd name="connsiteY2" fmla="*/ 0 h 62223"/>
                  <a:gd name="connsiteX3" fmla="*/ 66372 w 62223"/>
                  <a:gd name="connsiteY3" fmla="*/ 33186 h 62223"/>
                  <a:gd name="connsiteX4" fmla="*/ 33186 w 62223"/>
                  <a:gd name="connsiteY4" fmla="*/ 66372 h 62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223" h="62223">
                    <a:moveTo>
                      <a:pt x="33186" y="66372"/>
                    </a:moveTo>
                    <a:cubicBezTo>
                      <a:pt x="14519" y="66372"/>
                      <a:pt x="0" y="51853"/>
                      <a:pt x="0" y="33186"/>
                    </a:cubicBezTo>
                    <a:cubicBezTo>
                      <a:pt x="0" y="14519"/>
                      <a:pt x="15556" y="0"/>
                      <a:pt x="33186" y="0"/>
                    </a:cubicBezTo>
                    <a:cubicBezTo>
                      <a:pt x="51853" y="0"/>
                      <a:pt x="66372" y="14519"/>
                      <a:pt x="66372" y="33186"/>
                    </a:cubicBezTo>
                    <a:cubicBezTo>
                      <a:pt x="66372" y="51853"/>
                      <a:pt x="51853" y="66372"/>
                      <a:pt x="33186" y="66372"/>
                    </a:cubicBezTo>
                  </a:path>
                </a:pathLst>
              </a:custGeom>
              <a:solidFill>
                <a:srgbClr val="000000"/>
              </a:solidFill>
              <a:ln w="10368" cap="flat">
                <a:noFill/>
                <a:prstDash val="solid"/>
                <a:miter/>
              </a:ln>
            </p:spPr>
            <p:txBody>
              <a:bodyPr rtlCol="0" anchor="ctr"/>
              <a:lstStyle/>
              <a:p>
                <a:endParaRPr lang="en-US" dirty="0"/>
              </a:p>
            </p:txBody>
          </p:sp>
          <p:sp>
            <p:nvSpPr>
              <p:cNvPr id="26" name="Freeform: Shape 25">
                <a:extLst>
                  <a:ext uri="{FF2B5EF4-FFF2-40B4-BE49-F238E27FC236}">
                    <a16:creationId xmlns:a16="http://schemas.microsoft.com/office/drawing/2014/main" id="{B2A098E6-28C0-41D5-8375-8FF90BB3A160}"/>
                  </a:ext>
                </a:extLst>
              </p:cNvPr>
              <p:cNvSpPr/>
              <p:nvPr/>
            </p:nvSpPr>
            <p:spPr>
              <a:xfrm>
                <a:off x="11284863" y="7886112"/>
                <a:ext cx="798538" cy="798538"/>
              </a:xfrm>
              <a:custGeom>
                <a:avLst/>
                <a:gdLst>
                  <a:gd name="connsiteX0" fmla="*/ 775742 w 798538"/>
                  <a:gd name="connsiteY0" fmla="*/ 369194 h 798538"/>
                  <a:gd name="connsiteX1" fmla="*/ 774705 w 798538"/>
                  <a:gd name="connsiteY1" fmla="*/ 369194 h 798538"/>
                  <a:gd name="connsiteX2" fmla="*/ 749815 w 798538"/>
                  <a:gd name="connsiteY2" fmla="*/ 393046 h 798538"/>
                  <a:gd name="connsiteX3" fmla="*/ 749815 w 798538"/>
                  <a:gd name="connsiteY3" fmla="*/ 395121 h 798538"/>
                  <a:gd name="connsiteX4" fmla="*/ 748779 w 798538"/>
                  <a:gd name="connsiteY4" fmla="*/ 410677 h 798538"/>
                  <a:gd name="connsiteX5" fmla="*/ 648183 w 798538"/>
                  <a:gd name="connsiteY5" fmla="*/ 657498 h 798538"/>
                  <a:gd name="connsiteX6" fmla="*/ 402399 w 798538"/>
                  <a:gd name="connsiteY6" fmla="*/ 756019 h 798538"/>
                  <a:gd name="connsiteX7" fmla="*/ 402399 w 798538"/>
                  <a:gd name="connsiteY7" fmla="*/ 756019 h 798538"/>
                  <a:gd name="connsiteX8" fmla="*/ 154542 w 798538"/>
                  <a:gd name="connsiteY8" fmla="*/ 654386 h 798538"/>
                  <a:gd name="connsiteX9" fmla="*/ 49798 w 798538"/>
                  <a:gd name="connsiteY9" fmla="*/ 403417 h 798538"/>
                  <a:gd name="connsiteX10" fmla="*/ 49798 w 798538"/>
                  <a:gd name="connsiteY10" fmla="*/ 403417 h 798538"/>
                  <a:gd name="connsiteX11" fmla="*/ 148319 w 798538"/>
                  <a:gd name="connsiteY11" fmla="*/ 159707 h 798538"/>
                  <a:gd name="connsiteX12" fmla="*/ 387881 w 798538"/>
                  <a:gd name="connsiteY12" fmla="*/ 50816 h 798538"/>
                  <a:gd name="connsiteX13" fmla="*/ 400326 w 798538"/>
                  <a:gd name="connsiteY13" fmla="*/ 49779 h 798538"/>
                  <a:gd name="connsiteX14" fmla="*/ 403437 w 798538"/>
                  <a:gd name="connsiteY14" fmla="*/ 49779 h 798538"/>
                  <a:gd name="connsiteX15" fmla="*/ 403437 w 798538"/>
                  <a:gd name="connsiteY15" fmla="*/ 49779 h 798538"/>
                  <a:gd name="connsiteX16" fmla="*/ 426252 w 798538"/>
                  <a:gd name="connsiteY16" fmla="*/ 23852 h 798538"/>
                  <a:gd name="connsiteX17" fmla="*/ 403437 w 798538"/>
                  <a:gd name="connsiteY17" fmla="*/ 0 h 798538"/>
                  <a:gd name="connsiteX18" fmla="*/ 403437 w 798538"/>
                  <a:gd name="connsiteY18" fmla="*/ 0 h 798538"/>
                  <a:gd name="connsiteX19" fmla="*/ 400326 w 798538"/>
                  <a:gd name="connsiteY19" fmla="*/ 0 h 798538"/>
                  <a:gd name="connsiteX20" fmla="*/ 385807 w 798538"/>
                  <a:gd name="connsiteY20" fmla="*/ 1037 h 798538"/>
                  <a:gd name="connsiteX21" fmla="*/ 112022 w 798538"/>
                  <a:gd name="connsiteY21" fmla="*/ 124448 h 798538"/>
                  <a:gd name="connsiteX22" fmla="*/ 19 w 798538"/>
                  <a:gd name="connsiteY22" fmla="*/ 403417 h 798538"/>
                  <a:gd name="connsiteX23" fmla="*/ 19 w 798538"/>
                  <a:gd name="connsiteY23" fmla="*/ 403417 h 798538"/>
                  <a:gd name="connsiteX24" fmla="*/ 120319 w 798538"/>
                  <a:gd name="connsiteY24" fmla="*/ 690684 h 798538"/>
                  <a:gd name="connsiteX25" fmla="*/ 402399 w 798538"/>
                  <a:gd name="connsiteY25" fmla="*/ 806835 h 798538"/>
                  <a:gd name="connsiteX26" fmla="*/ 404474 w 798538"/>
                  <a:gd name="connsiteY26" fmla="*/ 806835 h 798538"/>
                  <a:gd name="connsiteX27" fmla="*/ 404474 w 798538"/>
                  <a:gd name="connsiteY27" fmla="*/ 806835 h 798538"/>
                  <a:gd name="connsiteX28" fmla="*/ 555885 w 798538"/>
                  <a:gd name="connsiteY28" fmla="*/ 777797 h 798538"/>
                  <a:gd name="connsiteX29" fmla="*/ 685518 w 798538"/>
                  <a:gd name="connsiteY29" fmla="*/ 692758 h 798538"/>
                  <a:gd name="connsiteX30" fmla="*/ 770557 w 798538"/>
                  <a:gd name="connsiteY30" fmla="*/ 563125 h 798538"/>
                  <a:gd name="connsiteX31" fmla="*/ 801669 w 798538"/>
                  <a:gd name="connsiteY31" fmla="*/ 412751 h 798538"/>
                  <a:gd name="connsiteX32" fmla="*/ 802706 w 798538"/>
                  <a:gd name="connsiteY32" fmla="*/ 395121 h 798538"/>
                  <a:gd name="connsiteX33" fmla="*/ 802706 w 798538"/>
                  <a:gd name="connsiteY33" fmla="*/ 393046 h 798538"/>
                  <a:gd name="connsiteX34" fmla="*/ 775742 w 798538"/>
                  <a:gd name="connsiteY34" fmla="*/ 369194 h 798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98538" h="798538">
                    <a:moveTo>
                      <a:pt x="775742" y="369194"/>
                    </a:moveTo>
                    <a:cubicBezTo>
                      <a:pt x="775742" y="369194"/>
                      <a:pt x="774705" y="369194"/>
                      <a:pt x="774705" y="369194"/>
                    </a:cubicBezTo>
                    <a:cubicBezTo>
                      <a:pt x="761223" y="369194"/>
                      <a:pt x="749815" y="379565"/>
                      <a:pt x="749815" y="393046"/>
                    </a:cubicBezTo>
                    <a:lnTo>
                      <a:pt x="749815" y="395121"/>
                    </a:lnTo>
                    <a:cubicBezTo>
                      <a:pt x="749815" y="405491"/>
                      <a:pt x="748779" y="410677"/>
                      <a:pt x="748779" y="410677"/>
                    </a:cubicBezTo>
                    <a:cubicBezTo>
                      <a:pt x="746704" y="501938"/>
                      <a:pt x="712481" y="593200"/>
                      <a:pt x="648183" y="657498"/>
                    </a:cubicBezTo>
                    <a:cubicBezTo>
                      <a:pt x="584923" y="721796"/>
                      <a:pt x="493661" y="757056"/>
                      <a:pt x="402399" y="756019"/>
                    </a:cubicBezTo>
                    <a:lnTo>
                      <a:pt x="402399" y="756019"/>
                    </a:lnTo>
                    <a:cubicBezTo>
                      <a:pt x="310101" y="756019"/>
                      <a:pt x="219876" y="718685"/>
                      <a:pt x="154542" y="654386"/>
                    </a:cubicBezTo>
                    <a:cubicBezTo>
                      <a:pt x="87133" y="589052"/>
                      <a:pt x="48761" y="496753"/>
                      <a:pt x="49798" y="403417"/>
                    </a:cubicBezTo>
                    <a:lnTo>
                      <a:pt x="49798" y="403417"/>
                    </a:lnTo>
                    <a:cubicBezTo>
                      <a:pt x="49798" y="313193"/>
                      <a:pt x="86095" y="224005"/>
                      <a:pt x="148319" y="159707"/>
                    </a:cubicBezTo>
                    <a:cubicBezTo>
                      <a:pt x="210543" y="94372"/>
                      <a:pt x="297656" y="54964"/>
                      <a:pt x="387881" y="50816"/>
                    </a:cubicBezTo>
                    <a:cubicBezTo>
                      <a:pt x="392029" y="50816"/>
                      <a:pt x="396177" y="50816"/>
                      <a:pt x="400326" y="49779"/>
                    </a:cubicBezTo>
                    <a:lnTo>
                      <a:pt x="403437" y="49779"/>
                    </a:lnTo>
                    <a:lnTo>
                      <a:pt x="403437" y="49779"/>
                    </a:lnTo>
                    <a:cubicBezTo>
                      <a:pt x="416918" y="48742"/>
                      <a:pt x="427289" y="37334"/>
                      <a:pt x="426252" y="23852"/>
                    </a:cubicBezTo>
                    <a:cubicBezTo>
                      <a:pt x="425215" y="11407"/>
                      <a:pt x="415882" y="1037"/>
                      <a:pt x="403437" y="0"/>
                    </a:cubicBezTo>
                    <a:lnTo>
                      <a:pt x="403437" y="0"/>
                    </a:lnTo>
                    <a:cubicBezTo>
                      <a:pt x="401362" y="0"/>
                      <a:pt x="400326" y="0"/>
                      <a:pt x="400326" y="0"/>
                    </a:cubicBezTo>
                    <a:cubicBezTo>
                      <a:pt x="395140" y="0"/>
                      <a:pt x="390992" y="0"/>
                      <a:pt x="385807" y="1037"/>
                    </a:cubicBezTo>
                    <a:cubicBezTo>
                      <a:pt x="283137" y="5185"/>
                      <a:pt x="182542" y="50816"/>
                      <a:pt x="112022" y="124448"/>
                    </a:cubicBezTo>
                    <a:cubicBezTo>
                      <a:pt x="40465" y="198079"/>
                      <a:pt x="-1018" y="300748"/>
                      <a:pt x="19" y="403417"/>
                    </a:cubicBezTo>
                    <a:lnTo>
                      <a:pt x="19" y="403417"/>
                    </a:lnTo>
                    <a:cubicBezTo>
                      <a:pt x="19" y="510235"/>
                      <a:pt x="43576" y="616015"/>
                      <a:pt x="120319" y="690684"/>
                    </a:cubicBezTo>
                    <a:cubicBezTo>
                      <a:pt x="193950" y="764316"/>
                      <a:pt x="297656" y="806835"/>
                      <a:pt x="402399" y="806835"/>
                    </a:cubicBezTo>
                    <a:lnTo>
                      <a:pt x="404474" y="806835"/>
                    </a:lnTo>
                    <a:lnTo>
                      <a:pt x="404474" y="806835"/>
                    </a:lnTo>
                    <a:cubicBezTo>
                      <a:pt x="456327" y="806835"/>
                      <a:pt x="508180" y="797501"/>
                      <a:pt x="555885" y="777797"/>
                    </a:cubicBezTo>
                    <a:cubicBezTo>
                      <a:pt x="604627" y="759130"/>
                      <a:pt x="649221" y="730092"/>
                      <a:pt x="685518" y="692758"/>
                    </a:cubicBezTo>
                    <a:cubicBezTo>
                      <a:pt x="722852" y="655424"/>
                      <a:pt x="750853" y="610830"/>
                      <a:pt x="770557" y="563125"/>
                    </a:cubicBezTo>
                    <a:cubicBezTo>
                      <a:pt x="790261" y="515420"/>
                      <a:pt x="799595" y="463567"/>
                      <a:pt x="801669" y="412751"/>
                    </a:cubicBezTo>
                    <a:cubicBezTo>
                      <a:pt x="801669" y="412751"/>
                      <a:pt x="801669" y="406529"/>
                      <a:pt x="802706" y="395121"/>
                    </a:cubicBezTo>
                    <a:lnTo>
                      <a:pt x="802706" y="393046"/>
                    </a:lnTo>
                    <a:cubicBezTo>
                      <a:pt x="799595" y="380602"/>
                      <a:pt x="789224" y="370232"/>
                      <a:pt x="775742" y="369194"/>
                    </a:cubicBezTo>
                  </a:path>
                </a:pathLst>
              </a:custGeom>
              <a:solidFill>
                <a:srgbClr val="000000"/>
              </a:solidFill>
              <a:ln w="10368" cap="flat">
                <a:noFill/>
                <a:prstDash val="solid"/>
                <a:miter/>
              </a:ln>
            </p:spPr>
            <p:txBody>
              <a:bodyPr rtlCol="0" anchor="ctr"/>
              <a:lstStyle/>
              <a:p>
                <a:endParaRPr lang="en-US" dirty="0"/>
              </a:p>
            </p:txBody>
          </p:sp>
        </p:grpSp>
        <p:sp>
          <p:nvSpPr>
            <p:cNvPr id="29" name="TextBox 28">
              <a:extLst>
                <a:ext uri="{FF2B5EF4-FFF2-40B4-BE49-F238E27FC236}">
                  <a16:creationId xmlns:a16="http://schemas.microsoft.com/office/drawing/2014/main" id="{2DF995A9-6162-4E17-BFE9-95BCD6EC6EA2}"/>
                </a:ext>
              </a:extLst>
            </p:cNvPr>
            <p:cNvSpPr txBox="1"/>
            <p:nvPr/>
          </p:nvSpPr>
          <p:spPr>
            <a:xfrm>
              <a:off x="9589769" y="2092865"/>
              <a:ext cx="798538" cy="769441"/>
            </a:xfrm>
            <a:prstGeom prst="rect">
              <a:avLst/>
            </a:prstGeom>
            <a:noFill/>
          </p:spPr>
          <p:txBody>
            <a:bodyPr wrap="square" rtlCol="0">
              <a:spAutoFit/>
            </a:bodyPr>
            <a:lstStyle/>
            <a:p>
              <a:pPr algn="ctr"/>
              <a:r>
                <a:rPr lang="en-US" sz="4400" dirty="0"/>
                <a:t>3</a:t>
              </a:r>
            </a:p>
          </p:txBody>
        </p:sp>
      </p:grpSp>
    </p:spTree>
    <p:extLst>
      <p:ext uri="{BB962C8B-B14F-4D97-AF65-F5344CB8AC3E}">
        <p14:creationId xmlns:p14="http://schemas.microsoft.com/office/powerpoint/2010/main" val="31668678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7" name="Table 7">
            <a:extLst>
              <a:ext uri="{FF2B5EF4-FFF2-40B4-BE49-F238E27FC236}">
                <a16:creationId xmlns:a16="http://schemas.microsoft.com/office/drawing/2014/main" id="{EEE139E6-E173-4309-8043-7ACF9085D9A9}"/>
              </a:ext>
            </a:extLst>
          </p:cNvPr>
          <p:cNvGraphicFramePr>
            <a:graphicFrameLocks noGrp="1"/>
          </p:cNvGraphicFramePr>
          <p:nvPr>
            <p:extLst>
              <p:ext uri="{D42A27DB-BD31-4B8C-83A1-F6EECF244321}">
                <p14:modId xmlns:p14="http://schemas.microsoft.com/office/powerpoint/2010/main" val="1111587936"/>
              </p:ext>
            </p:extLst>
          </p:nvPr>
        </p:nvGraphicFramePr>
        <p:xfrm>
          <a:off x="6191545" y="1413342"/>
          <a:ext cx="5648400" cy="4575261"/>
        </p:xfrm>
        <a:graphic>
          <a:graphicData uri="http://schemas.openxmlformats.org/drawingml/2006/table">
            <a:tbl>
              <a:tblPr firstRow="1" bandRow="1">
                <a:tableStyleId>{912C8C85-51F0-491E-9774-3900AFEF0FD7}</a:tableStyleId>
              </a:tblPr>
              <a:tblGrid>
                <a:gridCol w="5648400">
                  <a:extLst>
                    <a:ext uri="{9D8B030D-6E8A-4147-A177-3AD203B41FA5}">
                      <a16:colId xmlns:a16="http://schemas.microsoft.com/office/drawing/2014/main" val="1531515678"/>
                    </a:ext>
                  </a:extLst>
                </a:gridCol>
              </a:tblGrid>
              <a:tr h="588798">
                <a:tc>
                  <a:txBody>
                    <a:bodyPr/>
                    <a:lstStyle/>
                    <a:p>
                      <a:pPr algn="ctr"/>
                      <a:r>
                        <a:rPr lang="en-GB" dirty="0"/>
                        <a:t>Vendors</a:t>
                      </a:r>
                      <a:endParaRPr lang="en-US" dirty="0"/>
                    </a:p>
                  </a:txBody>
                  <a:tcPr marL="137160" marR="137160" marT="137160" marB="137160">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6350" cap="flat" cmpd="sng" algn="ctr">
                      <a:noFill/>
                      <a:prstDash val="solid"/>
                      <a:miter lim="800000"/>
                    </a:lnB>
                    <a:lnTlToBr w="12700" cmpd="sng">
                      <a:noFill/>
                      <a:prstDash val="solid"/>
                    </a:lnTlToBr>
                    <a:lnBlToTr w="12700" cmpd="sng">
                      <a:noFill/>
                      <a:prstDash val="solid"/>
                    </a:lnBlToTr>
                    <a:solidFill>
                      <a:schemeClr val="accent2"/>
                    </a:solidFill>
                  </a:tcPr>
                </a:tc>
                <a:extLst>
                  <a:ext uri="{0D108BD9-81ED-4DB2-BD59-A6C34878D82A}">
                    <a16:rowId xmlns:a16="http://schemas.microsoft.com/office/drawing/2014/main" val="4177668362"/>
                  </a:ext>
                </a:extLst>
              </a:tr>
              <a:tr h="3986463">
                <a:tc>
                  <a:txBody>
                    <a:bodyPr/>
                    <a:lstStyle/>
                    <a:p>
                      <a:pPr marL="216000" indent="-216000" algn="l" defTabSz="914400" rtl="0" eaLnBrk="1" latinLnBrk="0" hangingPunct="1">
                        <a:lnSpc>
                          <a:spcPct val="100000"/>
                        </a:lnSpc>
                        <a:spcBef>
                          <a:spcPts val="600"/>
                        </a:spcBef>
                        <a:spcAft>
                          <a:spcPts val="400"/>
                        </a:spcAft>
                        <a:buClr>
                          <a:schemeClr val="accent1"/>
                        </a:buClr>
                        <a:buSzPct val="100000"/>
                        <a:buFont typeface="Calibri" panose="020F0502020204030204" pitchFamily="34" charset="0"/>
                        <a:buChar char="•"/>
                      </a:pPr>
                      <a:r>
                        <a:rPr lang="en-US" sz="1400" b="1" kern="1200" dirty="0"/>
                        <a:t>Vendors should consider developing small language models (SLMs) that focus on narrow, telco-specific use cases. </a:t>
                      </a:r>
                      <a:r>
                        <a:rPr lang="en-US" sz="1400" b="0" kern="1200" dirty="0"/>
                        <a:t>SLMs may become a more appealing option for CSPs and could also prove to be a faster route to market for smaller vendors.  </a:t>
                      </a:r>
                      <a:endParaRPr lang="en-GB" sz="1400" b="0" kern="1200" dirty="0"/>
                    </a:p>
                    <a:p>
                      <a:pPr marL="216000" indent="-216000" algn="l" defTabSz="914400" rtl="0" eaLnBrk="1" latinLnBrk="0" hangingPunct="1">
                        <a:lnSpc>
                          <a:spcPct val="100000"/>
                        </a:lnSpc>
                        <a:spcBef>
                          <a:spcPts val="600"/>
                        </a:spcBef>
                        <a:spcAft>
                          <a:spcPts val="400"/>
                        </a:spcAft>
                        <a:buClr>
                          <a:schemeClr val="accent1"/>
                        </a:buClr>
                        <a:buSzPct val="100000"/>
                        <a:buFont typeface="Calibri" panose="020F0502020204030204" pitchFamily="34" charset="0"/>
                        <a:buChar char="•"/>
                      </a:pPr>
                      <a:r>
                        <a:rPr lang="en-US" sz="1400" b="1" kern="1200" dirty="0"/>
                        <a:t>Vendors should incorporate AI into their OSS/BSS so it supports several operational processes to maximize the value to CSPs looking to improve efficiencies and simplify their environments. </a:t>
                      </a:r>
                      <a:r>
                        <a:rPr lang="en-US" sz="1400" b="0" kern="1200" dirty="0"/>
                        <a:t>Ensure your solutions have explainable AI so CSPs can build confidence in the recommendations coming from those systems.</a:t>
                      </a:r>
                    </a:p>
                    <a:p>
                      <a:pPr marL="216000" indent="-216000" algn="l" defTabSz="914400" rtl="0" eaLnBrk="1" latinLnBrk="0" hangingPunct="1">
                        <a:lnSpc>
                          <a:spcPct val="100000"/>
                        </a:lnSpc>
                        <a:spcBef>
                          <a:spcPts val="600"/>
                        </a:spcBef>
                        <a:spcAft>
                          <a:spcPts val="400"/>
                        </a:spcAft>
                        <a:buClr>
                          <a:schemeClr val="accent1"/>
                        </a:buClr>
                        <a:buSzPct val="100000"/>
                        <a:buFont typeface="Calibri" panose="020F0502020204030204" pitchFamily="34" charset="0"/>
                        <a:buChar char="•"/>
                      </a:pPr>
                      <a:r>
                        <a:rPr lang="en-US" sz="1400" b="1" kern="1200" dirty="0"/>
                        <a:t>Vendors should do all they can to help CSPs easily manage their OSS/BSS data in cloud environments. </a:t>
                      </a:r>
                      <a:r>
                        <a:rPr lang="en-US" sz="1400" b="0" kern="1200" dirty="0"/>
                        <a:t>They should also provide visualization capabilities so people outside the networks team can engage with unfamiliar network data in combination with customer and other business-related data.</a:t>
                      </a:r>
                      <a:endParaRPr lang="en-GB" sz="1400" b="0" kern="1200" dirty="0"/>
                    </a:p>
                  </a:txBody>
                  <a:tcPr marL="36000" marR="137160" marT="137160" marB="137160">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noFill/>
                      <a:prstDash val="solid"/>
                      <a:miter lim="800000"/>
                    </a:lnT>
                    <a:lnB w="38100" cap="flat" cmpd="sng" algn="ctr">
                      <a:noFill/>
                      <a:prstDash val="solid"/>
                      <a:round/>
                      <a:headEnd type="none" w="med" len="med"/>
                      <a:tailEnd type="none" w="med" len="med"/>
                    </a:lnB>
                  </a:tcPr>
                </a:tc>
                <a:extLst>
                  <a:ext uri="{0D108BD9-81ED-4DB2-BD59-A6C34878D82A}">
                    <a16:rowId xmlns:a16="http://schemas.microsoft.com/office/drawing/2014/main" val="2718690867"/>
                  </a:ext>
                </a:extLst>
              </a:tr>
            </a:tbl>
          </a:graphicData>
        </a:graphic>
      </p:graphicFrame>
      <p:sp>
        <p:nvSpPr>
          <p:cNvPr id="2" name="Title 1">
            <a:extLst>
              <a:ext uri="{FF2B5EF4-FFF2-40B4-BE49-F238E27FC236}">
                <a16:creationId xmlns:a16="http://schemas.microsoft.com/office/drawing/2014/main" id="{6BF924CE-DA68-4EE9-94ED-C924EBB4F937}"/>
              </a:ext>
            </a:extLst>
          </p:cNvPr>
          <p:cNvSpPr>
            <a:spLocks noGrp="1"/>
          </p:cNvSpPr>
          <p:nvPr>
            <p:ph type="title"/>
          </p:nvPr>
        </p:nvSpPr>
        <p:spPr>
          <a:xfrm>
            <a:off x="348314" y="476250"/>
            <a:ext cx="11495372" cy="684214"/>
          </a:xfrm>
        </p:spPr>
        <p:txBody>
          <a:bodyPr/>
          <a:lstStyle/>
          <a:p>
            <a:r>
              <a:rPr lang="en-US" dirty="0"/>
              <a:t>Key recommendations</a:t>
            </a:r>
          </a:p>
        </p:txBody>
      </p:sp>
      <p:grpSp>
        <p:nvGrpSpPr>
          <p:cNvPr id="19" name="Group 18">
            <a:extLst>
              <a:ext uri="{FF2B5EF4-FFF2-40B4-BE49-F238E27FC236}">
                <a16:creationId xmlns:a16="http://schemas.microsoft.com/office/drawing/2014/main" id="{011460D5-4449-4054-9F03-87AB32374140}"/>
              </a:ext>
            </a:extLst>
          </p:cNvPr>
          <p:cNvGrpSpPr/>
          <p:nvPr/>
        </p:nvGrpSpPr>
        <p:grpSpPr>
          <a:xfrm>
            <a:off x="6195939" y="1422315"/>
            <a:ext cx="540000" cy="540000"/>
            <a:chOff x="11284863" y="6899865"/>
            <a:chExt cx="801669" cy="798538"/>
          </a:xfrm>
          <a:solidFill>
            <a:schemeClr val="bg1"/>
          </a:solidFill>
        </p:grpSpPr>
        <p:sp>
          <p:nvSpPr>
            <p:cNvPr id="20" name="Freeform: Shape 19">
              <a:extLst>
                <a:ext uri="{FF2B5EF4-FFF2-40B4-BE49-F238E27FC236}">
                  <a16:creationId xmlns:a16="http://schemas.microsoft.com/office/drawing/2014/main" id="{A44335DB-D45A-4F23-9A7E-A00E925ADB2E}"/>
                </a:ext>
              </a:extLst>
            </p:cNvPr>
            <p:cNvSpPr/>
            <p:nvPr/>
          </p:nvSpPr>
          <p:spPr>
            <a:xfrm>
              <a:off x="11485035" y="7285652"/>
              <a:ext cx="93336" cy="197042"/>
            </a:xfrm>
            <a:custGeom>
              <a:avLst/>
              <a:gdLst>
                <a:gd name="connsiteX0" fmla="*/ 92299 w 93335"/>
                <a:gd name="connsiteY0" fmla="*/ 202227 h 197041"/>
                <a:gd name="connsiteX1" fmla="*/ 8297 w 93335"/>
                <a:gd name="connsiteY1" fmla="*/ 202227 h 197041"/>
                <a:gd name="connsiteX2" fmla="*/ 0 w 93335"/>
                <a:gd name="connsiteY2" fmla="*/ 193931 h 197041"/>
                <a:gd name="connsiteX3" fmla="*/ 0 w 93335"/>
                <a:gd name="connsiteY3" fmla="*/ 8296 h 197041"/>
                <a:gd name="connsiteX4" fmla="*/ 8297 w 93335"/>
                <a:gd name="connsiteY4" fmla="*/ 0 h 197041"/>
                <a:gd name="connsiteX5" fmla="*/ 92299 w 93335"/>
                <a:gd name="connsiteY5" fmla="*/ 0 h 197041"/>
                <a:gd name="connsiteX6" fmla="*/ 100595 w 93335"/>
                <a:gd name="connsiteY6" fmla="*/ 8296 h 197041"/>
                <a:gd name="connsiteX7" fmla="*/ 100595 w 93335"/>
                <a:gd name="connsiteY7" fmla="*/ 193931 h 197041"/>
                <a:gd name="connsiteX8" fmla="*/ 92299 w 93335"/>
                <a:gd name="connsiteY8" fmla="*/ 202227 h 197041"/>
                <a:gd name="connsiteX9" fmla="*/ 16593 w 93335"/>
                <a:gd name="connsiteY9" fmla="*/ 185635 h 197041"/>
                <a:gd name="connsiteX10" fmla="*/ 84002 w 93335"/>
                <a:gd name="connsiteY10" fmla="*/ 185635 h 197041"/>
                <a:gd name="connsiteX11" fmla="*/ 84002 w 93335"/>
                <a:gd name="connsiteY11" fmla="*/ 17630 h 197041"/>
                <a:gd name="connsiteX12" fmla="*/ 16593 w 93335"/>
                <a:gd name="connsiteY12" fmla="*/ 17630 h 197041"/>
                <a:gd name="connsiteX13" fmla="*/ 16593 w 93335"/>
                <a:gd name="connsiteY13" fmla="*/ 185635 h 197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3335" h="197041">
                  <a:moveTo>
                    <a:pt x="92299" y="202227"/>
                  </a:moveTo>
                  <a:lnTo>
                    <a:pt x="8297" y="202227"/>
                  </a:lnTo>
                  <a:cubicBezTo>
                    <a:pt x="4149" y="202227"/>
                    <a:pt x="0" y="198079"/>
                    <a:pt x="0" y="193931"/>
                  </a:cubicBezTo>
                  <a:lnTo>
                    <a:pt x="0" y="8296"/>
                  </a:lnTo>
                  <a:cubicBezTo>
                    <a:pt x="0" y="4149"/>
                    <a:pt x="4149" y="0"/>
                    <a:pt x="8297" y="0"/>
                  </a:cubicBezTo>
                  <a:lnTo>
                    <a:pt x="92299" y="0"/>
                  </a:lnTo>
                  <a:cubicBezTo>
                    <a:pt x="96447" y="0"/>
                    <a:pt x="100595" y="4149"/>
                    <a:pt x="100595" y="8296"/>
                  </a:cubicBezTo>
                  <a:lnTo>
                    <a:pt x="100595" y="193931"/>
                  </a:lnTo>
                  <a:cubicBezTo>
                    <a:pt x="100595" y="198079"/>
                    <a:pt x="97484" y="202227"/>
                    <a:pt x="92299" y="202227"/>
                  </a:cubicBezTo>
                  <a:moveTo>
                    <a:pt x="16593" y="185635"/>
                  </a:moveTo>
                  <a:lnTo>
                    <a:pt x="84002" y="185635"/>
                  </a:lnTo>
                  <a:lnTo>
                    <a:pt x="84002" y="17630"/>
                  </a:lnTo>
                  <a:lnTo>
                    <a:pt x="16593" y="17630"/>
                  </a:lnTo>
                  <a:lnTo>
                    <a:pt x="16593" y="185635"/>
                  </a:lnTo>
                  <a:close/>
                </a:path>
              </a:pathLst>
            </a:custGeom>
            <a:grpFill/>
            <a:ln w="10368" cap="flat">
              <a:noFill/>
              <a:prstDash val="solid"/>
              <a:miter/>
            </a:ln>
          </p:spPr>
          <p:txBody>
            <a:bodyPr rtlCol="0" anchor="ctr"/>
            <a:lstStyle/>
            <a:p>
              <a:endParaRPr lang="en-US" dirty="0"/>
            </a:p>
          </p:txBody>
        </p:sp>
        <p:sp>
          <p:nvSpPr>
            <p:cNvPr id="21" name="Freeform: Shape 20">
              <a:extLst>
                <a:ext uri="{FF2B5EF4-FFF2-40B4-BE49-F238E27FC236}">
                  <a16:creationId xmlns:a16="http://schemas.microsoft.com/office/drawing/2014/main" id="{F8DA4380-EC13-4014-ABA9-D2E0F78083F4}"/>
                </a:ext>
              </a:extLst>
            </p:cNvPr>
            <p:cNvSpPr/>
            <p:nvPr/>
          </p:nvSpPr>
          <p:spPr>
            <a:xfrm>
              <a:off x="11570452" y="7340609"/>
              <a:ext cx="321489" cy="155559"/>
            </a:xfrm>
            <a:custGeom>
              <a:avLst/>
              <a:gdLst>
                <a:gd name="connsiteX0" fmla="*/ 145849 w 321489"/>
                <a:gd name="connsiteY0" fmla="*/ 155567 h 155559"/>
                <a:gd name="connsiteX1" fmla="*/ 143775 w 321489"/>
                <a:gd name="connsiteY1" fmla="*/ 155567 h 155559"/>
                <a:gd name="connsiteX2" fmla="*/ 5846 w 321489"/>
                <a:gd name="connsiteY2" fmla="*/ 114085 h 155559"/>
                <a:gd name="connsiteX3" fmla="*/ 660 w 321489"/>
                <a:gd name="connsiteY3" fmla="*/ 103714 h 155559"/>
                <a:gd name="connsiteX4" fmla="*/ 11031 w 321489"/>
                <a:gd name="connsiteY4" fmla="*/ 98529 h 155559"/>
                <a:gd name="connsiteX5" fmla="*/ 144812 w 321489"/>
                <a:gd name="connsiteY5" fmla="*/ 138974 h 155559"/>
                <a:gd name="connsiteX6" fmla="*/ 304520 w 321489"/>
                <a:gd name="connsiteY6" fmla="*/ 45639 h 155559"/>
                <a:gd name="connsiteX7" fmla="*/ 307631 w 321489"/>
                <a:gd name="connsiteY7" fmla="*/ 26972 h 155559"/>
                <a:gd name="connsiteX8" fmla="*/ 287926 w 321489"/>
                <a:gd name="connsiteY8" fmla="*/ 17638 h 155559"/>
                <a:gd name="connsiteX9" fmla="*/ 219480 w 321489"/>
                <a:gd name="connsiteY9" fmla="*/ 31119 h 155559"/>
                <a:gd name="connsiteX10" fmla="*/ 209110 w 321489"/>
                <a:gd name="connsiteY10" fmla="*/ 24897 h 155559"/>
                <a:gd name="connsiteX11" fmla="*/ 215332 w 321489"/>
                <a:gd name="connsiteY11" fmla="*/ 14527 h 155559"/>
                <a:gd name="connsiteX12" fmla="*/ 282741 w 321489"/>
                <a:gd name="connsiteY12" fmla="*/ 1045 h 155559"/>
                <a:gd name="connsiteX13" fmla="*/ 321112 w 321489"/>
                <a:gd name="connsiteY13" fmla="*/ 18675 h 155559"/>
                <a:gd name="connsiteX14" fmla="*/ 312816 w 321489"/>
                <a:gd name="connsiteY14" fmla="*/ 60158 h 155559"/>
                <a:gd name="connsiteX15" fmla="*/ 148960 w 321489"/>
                <a:gd name="connsiteY15" fmla="*/ 155567 h 155559"/>
                <a:gd name="connsiteX16" fmla="*/ 145849 w 321489"/>
                <a:gd name="connsiteY16" fmla="*/ 155567 h 1555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1489" h="155559">
                  <a:moveTo>
                    <a:pt x="145849" y="155567"/>
                  </a:moveTo>
                  <a:cubicBezTo>
                    <a:pt x="144812" y="155567"/>
                    <a:pt x="143775" y="155567"/>
                    <a:pt x="143775" y="155567"/>
                  </a:cubicBezTo>
                  <a:lnTo>
                    <a:pt x="5846" y="114085"/>
                  </a:lnTo>
                  <a:cubicBezTo>
                    <a:pt x="1697" y="113048"/>
                    <a:pt x="-1414" y="107862"/>
                    <a:pt x="660" y="103714"/>
                  </a:cubicBezTo>
                  <a:cubicBezTo>
                    <a:pt x="1697" y="99566"/>
                    <a:pt x="6882" y="96455"/>
                    <a:pt x="11031" y="98529"/>
                  </a:cubicBezTo>
                  <a:lnTo>
                    <a:pt x="144812" y="138974"/>
                  </a:lnTo>
                  <a:lnTo>
                    <a:pt x="304520" y="45639"/>
                  </a:lnTo>
                  <a:cubicBezTo>
                    <a:pt x="306594" y="44602"/>
                    <a:pt x="313853" y="38379"/>
                    <a:pt x="307631" y="26972"/>
                  </a:cubicBezTo>
                  <a:cubicBezTo>
                    <a:pt x="300371" y="14527"/>
                    <a:pt x="288964" y="17638"/>
                    <a:pt x="287926" y="17638"/>
                  </a:cubicBezTo>
                  <a:lnTo>
                    <a:pt x="219480" y="31119"/>
                  </a:lnTo>
                  <a:cubicBezTo>
                    <a:pt x="215332" y="32157"/>
                    <a:pt x="210146" y="29046"/>
                    <a:pt x="209110" y="24897"/>
                  </a:cubicBezTo>
                  <a:cubicBezTo>
                    <a:pt x="208073" y="20749"/>
                    <a:pt x="211184" y="15564"/>
                    <a:pt x="215332" y="14527"/>
                  </a:cubicBezTo>
                  <a:lnTo>
                    <a:pt x="282741" y="1045"/>
                  </a:lnTo>
                  <a:cubicBezTo>
                    <a:pt x="291038" y="-1029"/>
                    <a:pt x="310742" y="-2066"/>
                    <a:pt x="321112" y="18675"/>
                  </a:cubicBezTo>
                  <a:cubicBezTo>
                    <a:pt x="332520" y="39416"/>
                    <a:pt x="320076" y="54972"/>
                    <a:pt x="312816" y="60158"/>
                  </a:cubicBezTo>
                  <a:lnTo>
                    <a:pt x="148960" y="155567"/>
                  </a:lnTo>
                  <a:cubicBezTo>
                    <a:pt x="148960" y="154530"/>
                    <a:pt x="147923" y="155567"/>
                    <a:pt x="145849" y="155567"/>
                  </a:cubicBezTo>
                </a:path>
              </a:pathLst>
            </a:custGeom>
            <a:grpFill/>
            <a:ln w="10368" cap="flat">
              <a:noFill/>
              <a:prstDash val="solid"/>
              <a:miter/>
            </a:ln>
          </p:spPr>
          <p:txBody>
            <a:bodyPr rtlCol="0" anchor="ctr"/>
            <a:lstStyle/>
            <a:p>
              <a:endParaRPr lang="en-US" dirty="0"/>
            </a:p>
          </p:txBody>
        </p:sp>
        <p:sp>
          <p:nvSpPr>
            <p:cNvPr id="22" name="Freeform: Shape 21">
              <a:extLst>
                <a:ext uri="{FF2B5EF4-FFF2-40B4-BE49-F238E27FC236}">
                  <a16:creationId xmlns:a16="http://schemas.microsoft.com/office/drawing/2014/main" id="{1EE6E2AE-E079-428C-B826-A888F2B9AF14}"/>
                </a:ext>
              </a:extLst>
            </p:cNvPr>
            <p:cNvSpPr/>
            <p:nvPr/>
          </p:nvSpPr>
          <p:spPr>
            <a:xfrm>
              <a:off x="11639294" y="7304055"/>
              <a:ext cx="145189" cy="93336"/>
            </a:xfrm>
            <a:custGeom>
              <a:avLst/>
              <a:gdLst>
                <a:gd name="connsiteX0" fmla="*/ 106045 w 145188"/>
                <a:gd name="connsiteY0" fmla="*/ 99823 h 93335"/>
                <a:gd name="connsiteX1" fmla="*/ 22042 w 145188"/>
                <a:gd name="connsiteY1" fmla="*/ 99823 h 93335"/>
                <a:gd name="connsiteX2" fmla="*/ 13746 w 145188"/>
                <a:gd name="connsiteY2" fmla="*/ 91526 h 93335"/>
                <a:gd name="connsiteX3" fmla="*/ 22042 w 145188"/>
                <a:gd name="connsiteY3" fmla="*/ 83229 h 93335"/>
                <a:gd name="connsiteX4" fmla="*/ 106045 w 145188"/>
                <a:gd name="connsiteY4" fmla="*/ 83229 h 93335"/>
                <a:gd name="connsiteX5" fmla="*/ 134046 w 145188"/>
                <a:gd name="connsiteY5" fmla="*/ 58340 h 93335"/>
                <a:gd name="connsiteX6" fmla="*/ 106045 w 145188"/>
                <a:gd name="connsiteY6" fmla="*/ 33450 h 93335"/>
                <a:gd name="connsiteX7" fmla="*/ 59377 w 145188"/>
                <a:gd name="connsiteY7" fmla="*/ 33450 h 93335"/>
                <a:gd name="connsiteX8" fmla="*/ 56266 w 145188"/>
                <a:gd name="connsiteY8" fmla="*/ 33450 h 93335"/>
                <a:gd name="connsiteX9" fmla="*/ 5450 w 145188"/>
                <a:gd name="connsiteY9" fmla="*/ 15820 h 93335"/>
                <a:gd name="connsiteX10" fmla="*/ 264 w 145188"/>
                <a:gd name="connsiteY10" fmla="*/ 5449 h 93335"/>
                <a:gd name="connsiteX11" fmla="*/ 10635 w 145188"/>
                <a:gd name="connsiteY11" fmla="*/ 264 h 93335"/>
                <a:gd name="connsiteX12" fmla="*/ 59377 w 145188"/>
                <a:gd name="connsiteY12" fmla="*/ 17894 h 93335"/>
                <a:gd name="connsiteX13" fmla="*/ 105007 w 145188"/>
                <a:gd name="connsiteY13" fmla="*/ 17894 h 93335"/>
                <a:gd name="connsiteX14" fmla="*/ 149602 w 145188"/>
                <a:gd name="connsiteY14" fmla="*/ 60414 h 93335"/>
                <a:gd name="connsiteX15" fmla="*/ 106045 w 145188"/>
                <a:gd name="connsiteY15" fmla="*/ 99823 h 93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45188" h="93335">
                  <a:moveTo>
                    <a:pt x="106045" y="99823"/>
                  </a:moveTo>
                  <a:lnTo>
                    <a:pt x="22042" y="99823"/>
                  </a:lnTo>
                  <a:cubicBezTo>
                    <a:pt x="17894" y="99823"/>
                    <a:pt x="13746" y="95674"/>
                    <a:pt x="13746" y="91526"/>
                  </a:cubicBezTo>
                  <a:cubicBezTo>
                    <a:pt x="13746" y="87378"/>
                    <a:pt x="17894" y="83229"/>
                    <a:pt x="22042" y="83229"/>
                  </a:cubicBezTo>
                  <a:lnTo>
                    <a:pt x="106045" y="83229"/>
                  </a:lnTo>
                  <a:cubicBezTo>
                    <a:pt x="116415" y="83229"/>
                    <a:pt x="134046" y="80118"/>
                    <a:pt x="134046" y="58340"/>
                  </a:cubicBezTo>
                  <a:cubicBezTo>
                    <a:pt x="134046" y="36561"/>
                    <a:pt x="116415" y="33450"/>
                    <a:pt x="106045" y="33450"/>
                  </a:cubicBezTo>
                  <a:lnTo>
                    <a:pt x="59377" y="33450"/>
                  </a:lnTo>
                  <a:cubicBezTo>
                    <a:pt x="58339" y="33450"/>
                    <a:pt x="57303" y="33450"/>
                    <a:pt x="56266" y="33450"/>
                  </a:cubicBezTo>
                  <a:lnTo>
                    <a:pt x="5450" y="15820"/>
                  </a:lnTo>
                  <a:cubicBezTo>
                    <a:pt x="1301" y="14783"/>
                    <a:pt x="-773" y="9598"/>
                    <a:pt x="264" y="5449"/>
                  </a:cubicBezTo>
                  <a:cubicBezTo>
                    <a:pt x="1301" y="1302"/>
                    <a:pt x="6486" y="-773"/>
                    <a:pt x="10635" y="264"/>
                  </a:cubicBezTo>
                  <a:lnTo>
                    <a:pt x="59377" y="17894"/>
                  </a:lnTo>
                  <a:lnTo>
                    <a:pt x="105007" y="17894"/>
                  </a:lnTo>
                  <a:cubicBezTo>
                    <a:pt x="131971" y="17894"/>
                    <a:pt x="149602" y="34488"/>
                    <a:pt x="149602" y="60414"/>
                  </a:cubicBezTo>
                  <a:cubicBezTo>
                    <a:pt x="150638" y="83229"/>
                    <a:pt x="133008" y="99823"/>
                    <a:pt x="106045" y="99823"/>
                  </a:cubicBezTo>
                </a:path>
              </a:pathLst>
            </a:custGeom>
            <a:grpFill/>
            <a:ln w="10368" cap="flat">
              <a:noFill/>
              <a:prstDash val="solid"/>
              <a:miter/>
            </a:ln>
          </p:spPr>
          <p:txBody>
            <a:bodyPr rtlCol="0" anchor="ctr"/>
            <a:lstStyle/>
            <a:p>
              <a:endParaRPr lang="en-US" dirty="0"/>
            </a:p>
          </p:txBody>
        </p:sp>
        <p:sp>
          <p:nvSpPr>
            <p:cNvPr id="23" name="Freeform: Shape 22">
              <a:extLst>
                <a:ext uri="{FF2B5EF4-FFF2-40B4-BE49-F238E27FC236}">
                  <a16:creationId xmlns:a16="http://schemas.microsoft.com/office/drawing/2014/main" id="{11377D5C-F7C7-4EE1-A238-99C7643CFA3F}"/>
                </a:ext>
              </a:extLst>
            </p:cNvPr>
            <p:cNvSpPr/>
            <p:nvPr/>
          </p:nvSpPr>
          <p:spPr>
            <a:xfrm>
              <a:off x="11669633" y="7117648"/>
              <a:ext cx="145189" cy="145189"/>
            </a:xfrm>
            <a:custGeom>
              <a:avLst/>
              <a:gdLst>
                <a:gd name="connsiteX0" fmla="*/ 75705 w 145188"/>
                <a:gd name="connsiteY0" fmla="*/ 151412 h 145188"/>
                <a:gd name="connsiteX1" fmla="*/ 0 w 145188"/>
                <a:gd name="connsiteY1" fmla="*/ 75706 h 145188"/>
                <a:gd name="connsiteX2" fmla="*/ 75705 w 145188"/>
                <a:gd name="connsiteY2" fmla="*/ 0 h 145188"/>
                <a:gd name="connsiteX3" fmla="*/ 151411 w 145188"/>
                <a:gd name="connsiteY3" fmla="*/ 75706 h 145188"/>
                <a:gd name="connsiteX4" fmla="*/ 75705 w 145188"/>
                <a:gd name="connsiteY4" fmla="*/ 151412 h 145188"/>
                <a:gd name="connsiteX5" fmla="*/ 75705 w 145188"/>
                <a:gd name="connsiteY5" fmla="*/ 16593 h 145188"/>
                <a:gd name="connsiteX6" fmla="*/ 16593 w 145188"/>
                <a:gd name="connsiteY6" fmla="*/ 75706 h 145188"/>
                <a:gd name="connsiteX7" fmla="*/ 75705 w 145188"/>
                <a:gd name="connsiteY7" fmla="*/ 134818 h 145188"/>
                <a:gd name="connsiteX8" fmla="*/ 134818 w 145188"/>
                <a:gd name="connsiteY8" fmla="*/ 75706 h 145188"/>
                <a:gd name="connsiteX9" fmla="*/ 75705 w 145188"/>
                <a:gd name="connsiteY9" fmla="*/ 16593 h 1451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45188" h="145188">
                  <a:moveTo>
                    <a:pt x="75705" y="151412"/>
                  </a:moveTo>
                  <a:cubicBezTo>
                    <a:pt x="34223" y="151412"/>
                    <a:pt x="0" y="117189"/>
                    <a:pt x="0" y="75706"/>
                  </a:cubicBezTo>
                  <a:cubicBezTo>
                    <a:pt x="0" y="34224"/>
                    <a:pt x="34223" y="0"/>
                    <a:pt x="75705" y="0"/>
                  </a:cubicBezTo>
                  <a:cubicBezTo>
                    <a:pt x="117188" y="0"/>
                    <a:pt x="151411" y="34224"/>
                    <a:pt x="151411" y="75706"/>
                  </a:cubicBezTo>
                  <a:cubicBezTo>
                    <a:pt x="151411" y="117189"/>
                    <a:pt x="118225" y="151412"/>
                    <a:pt x="75705" y="151412"/>
                  </a:cubicBezTo>
                  <a:moveTo>
                    <a:pt x="75705" y="16593"/>
                  </a:moveTo>
                  <a:cubicBezTo>
                    <a:pt x="43556" y="16593"/>
                    <a:pt x="16593" y="43557"/>
                    <a:pt x="16593" y="75706"/>
                  </a:cubicBezTo>
                  <a:cubicBezTo>
                    <a:pt x="16593" y="107855"/>
                    <a:pt x="43556" y="134818"/>
                    <a:pt x="75705" y="134818"/>
                  </a:cubicBezTo>
                  <a:cubicBezTo>
                    <a:pt x="107854" y="134818"/>
                    <a:pt x="134818" y="108892"/>
                    <a:pt x="134818" y="75706"/>
                  </a:cubicBezTo>
                  <a:cubicBezTo>
                    <a:pt x="134818" y="42520"/>
                    <a:pt x="108892" y="16593"/>
                    <a:pt x="75705" y="16593"/>
                  </a:cubicBezTo>
                </a:path>
              </a:pathLst>
            </a:custGeom>
            <a:grpFill/>
            <a:ln w="10368" cap="flat">
              <a:noFill/>
              <a:prstDash val="solid"/>
              <a:miter/>
            </a:ln>
          </p:spPr>
          <p:txBody>
            <a:bodyPr rtlCol="0" anchor="ctr"/>
            <a:lstStyle/>
            <a:p>
              <a:endParaRPr lang="en-US" dirty="0"/>
            </a:p>
          </p:txBody>
        </p:sp>
        <p:sp>
          <p:nvSpPr>
            <p:cNvPr id="24" name="Freeform: Shape 23">
              <a:extLst>
                <a:ext uri="{FF2B5EF4-FFF2-40B4-BE49-F238E27FC236}">
                  <a16:creationId xmlns:a16="http://schemas.microsoft.com/office/drawing/2014/main" id="{BD9CEDF4-F185-434A-A937-41B8480DAA7F}"/>
                </a:ext>
              </a:extLst>
            </p:cNvPr>
            <p:cNvSpPr/>
            <p:nvPr/>
          </p:nvSpPr>
          <p:spPr>
            <a:xfrm>
              <a:off x="12024308" y="7168464"/>
              <a:ext cx="62224" cy="62224"/>
            </a:xfrm>
            <a:custGeom>
              <a:avLst/>
              <a:gdLst>
                <a:gd name="connsiteX0" fmla="*/ 33186 w 62223"/>
                <a:gd name="connsiteY0" fmla="*/ 66372 h 62223"/>
                <a:gd name="connsiteX1" fmla="*/ 0 w 62223"/>
                <a:gd name="connsiteY1" fmla="*/ 33186 h 62223"/>
                <a:gd name="connsiteX2" fmla="*/ 33186 w 62223"/>
                <a:gd name="connsiteY2" fmla="*/ 0 h 62223"/>
                <a:gd name="connsiteX3" fmla="*/ 66372 w 62223"/>
                <a:gd name="connsiteY3" fmla="*/ 33186 h 62223"/>
                <a:gd name="connsiteX4" fmla="*/ 33186 w 62223"/>
                <a:gd name="connsiteY4" fmla="*/ 66372 h 62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223" h="62223">
                  <a:moveTo>
                    <a:pt x="33186" y="66372"/>
                  </a:moveTo>
                  <a:cubicBezTo>
                    <a:pt x="14519" y="66372"/>
                    <a:pt x="0" y="51853"/>
                    <a:pt x="0" y="33186"/>
                  </a:cubicBezTo>
                  <a:cubicBezTo>
                    <a:pt x="0" y="14519"/>
                    <a:pt x="15556" y="0"/>
                    <a:pt x="33186" y="0"/>
                  </a:cubicBezTo>
                  <a:cubicBezTo>
                    <a:pt x="51853" y="0"/>
                    <a:pt x="66372" y="14519"/>
                    <a:pt x="66372" y="33186"/>
                  </a:cubicBezTo>
                  <a:cubicBezTo>
                    <a:pt x="66372" y="51853"/>
                    <a:pt x="51853" y="66372"/>
                    <a:pt x="33186" y="66372"/>
                  </a:cubicBezTo>
                </a:path>
              </a:pathLst>
            </a:custGeom>
            <a:grpFill/>
            <a:ln w="10368" cap="flat">
              <a:noFill/>
              <a:prstDash val="solid"/>
              <a:miter/>
            </a:ln>
          </p:spPr>
          <p:txBody>
            <a:bodyPr rtlCol="0" anchor="ctr"/>
            <a:lstStyle/>
            <a:p>
              <a:endParaRPr lang="en-US" dirty="0"/>
            </a:p>
          </p:txBody>
        </p:sp>
        <p:sp>
          <p:nvSpPr>
            <p:cNvPr id="25" name="Freeform: Shape 24">
              <a:extLst>
                <a:ext uri="{FF2B5EF4-FFF2-40B4-BE49-F238E27FC236}">
                  <a16:creationId xmlns:a16="http://schemas.microsoft.com/office/drawing/2014/main" id="{EF4FBE4B-752C-450E-BBAE-F4A46C89B2F4}"/>
                </a:ext>
              </a:extLst>
            </p:cNvPr>
            <p:cNvSpPr/>
            <p:nvPr/>
          </p:nvSpPr>
          <p:spPr>
            <a:xfrm>
              <a:off x="11284863" y="6899865"/>
              <a:ext cx="798538" cy="798538"/>
            </a:xfrm>
            <a:custGeom>
              <a:avLst/>
              <a:gdLst>
                <a:gd name="connsiteX0" fmla="*/ 775742 w 798538"/>
                <a:gd name="connsiteY0" fmla="*/ 369195 h 798538"/>
                <a:gd name="connsiteX1" fmla="*/ 774705 w 798538"/>
                <a:gd name="connsiteY1" fmla="*/ 369195 h 798538"/>
                <a:gd name="connsiteX2" fmla="*/ 749815 w 798538"/>
                <a:gd name="connsiteY2" fmla="*/ 393047 h 798538"/>
                <a:gd name="connsiteX3" fmla="*/ 749815 w 798538"/>
                <a:gd name="connsiteY3" fmla="*/ 395121 h 798538"/>
                <a:gd name="connsiteX4" fmla="*/ 748779 w 798538"/>
                <a:gd name="connsiteY4" fmla="*/ 410677 h 798538"/>
                <a:gd name="connsiteX5" fmla="*/ 648183 w 798538"/>
                <a:gd name="connsiteY5" fmla="*/ 657498 h 798538"/>
                <a:gd name="connsiteX6" fmla="*/ 402399 w 798538"/>
                <a:gd name="connsiteY6" fmla="*/ 756019 h 798538"/>
                <a:gd name="connsiteX7" fmla="*/ 402399 w 798538"/>
                <a:gd name="connsiteY7" fmla="*/ 756019 h 798538"/>
                <a:gd name="connsiteX8" fmla="*/ 154542 w 798538"/>
                <a:gd name="connsiteY8" fmla="*/ 654387 h 798538"/>
                <a:gd name="connsiteX9" fmla="*/ 49798 w 798538"/>
                <a:gd name="connsiteY9" fmla="*/ 403418 h 798538"/>
                <a:gd name="connsiteX10" fmla="*/ 49798 w 798538"/>
                <a:gd name="connsiteY10" fmla="*/ 403418 h 798538"/>
                <a:gd name="connsiteX11" fmla="*/ 148319 w 798538"/>
                <a:gd name="connsiteY11" fmla="*/ 159708 h 798538"/>
                <a:gd name="connsiteX12" fmla="*/ 387881 w 798538"/>
                <a:gd name="connsiteY12" fmla="*/ 50816 h 798538"/>
                <a:gd name="connsiteX13" fmla="*/ 400326 w 798538"/>
                <a:gd name="connsiteY13" fmla="*/ 49780 h 798538"/>
                <a:gd name="connsiteX14" fmla="*/ 403437 w 798538"/>
                <a:gd name="connsiteY14" fmla="*/ 49780 h 798538"/>
                <a:gd name="connsiteX15" fmla="*/ 403437 w 798538"/>
                <a:gd name="connsiteY15" fmla="*/ 49780 h 798538"/>
                <a:gd name="connsiteX16" fmla="*/ 426252 w 798538"/>
                <a:gd name="connsiteY16" fmla="*/ 23853 h 798538"/>
                <a:gd name="connsiteX17" fmla="*/ 403437 w 798538"/>
                <a:gd name="connsiteY17" fmla="*/ 0 h 798538"/>
                <a:gd name="connsiteX18" fmla="*/ 403437 w 798538"/>
                <a:gd name="connsiteY18" fmla="*/ 0 h 798538"/>
                <a:gd name="connsiteX19" fmla="*/ 400326 w 798538"/>
                <a:gd name="connsiteY19" fmla="*/ 0 h 798538"/>
                <a:gd name="connsiteX20" fmla="*/ 385807 w 798538"/>
                <a:gd name="connsiteY20" fmla="*/ 1037 h 798538"/>
                <a:gd name="connsiteX21" fmla="*/ 112022 w 798538"/>
                <a:gd name="connsiteY21" fmla="*/ 124448 h 798538"/>
                <a:gd name="connsiteX22" fmla="*/ 19 w 798538"/>
                <a:gd name="connsiteY22" fmla="*/ 403418 h 798538"/>
                <a:gd name="connsiteX23" fmla="*/ 19 w 798538"/>
                <a:gd name="connsiteY23" fmla="*/ 403418 h 798538"/>
                <a:gd name="connsiteX24" fmla="*/ 120319 w 798538"/>
                <a:gd name="connsiteY24" fmla="*/ 690684 h 798538"/>
                <a:gd name="connsiteX25" fmla="*/ 402399 w 798538"/>
                <a:gd name="connsiteY25" fmla="*/ 806835 h 798538"/>
                <a:gd name="connsiteX26" fmla="*/ 404474 w 798538"/>
                <a:gd name="connsiteY26" fmla="*/ 806835 h 798538"/>
                <a:gd name="connsiteX27" fmla="*/ 404474 w 798538"/>
                <a:gd name="connsiteY27" fmla="*/ 806835 h 798538"/>
                <a:gd name="connsiteX28" fmla="*/ 555885 w 798538"/>
                <a:gd name="connsiteY28" fmla="*/ 777797 h 798538"/>
                <a:gd name="connsiteX29" fmla="*/ 685518 w 798538"/>
                <a:gd name="connsiteY29" fmla="*/ 692759 h 798538"/>
                <a:gd name="connsiteX30" fmla="*/ 770557 w 798538"/>
                <a:gd name="connsiteY30" fmla="*/ 563126 h 798538"/>
                <a:gd name="connsiteX31" fmla="*/ 801669 w 798538"/>
                <a:gd name="connsiteY31" fmla="*/ 412752 h 798538"/>
                <a:gd name="connsiteX32" fmla="*/ 802706 w 798538"/>
                <a:gd name="connsiteY32" fmla="*/ 395121 h 798538"/>
                <a:gd name="connsiteX33" fmla="*/ 802706 w 798538"/>
                <a:gd name="connsiteY33" fmla="*/ 393047 h 798538"/>
                <a:gd name="connsiteX34" fmla="*/ 775742 w 798538"/>
                <a:gd name="connsiteY34" fmla="*/ 369195 h 798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98538" h="798538">
                  <a:moveTo>
                    <a:pt x="775742" y="369195"/>
                  </a:moveTo>
                  <a:cubicBezTo>
                    <a:pt x="775742" y="369195"/>
                    <a:pt x="774705" y="369195"/>
                    <a:pt x="774705" y="369195"/>
                  </a:cubicBezTo>
                  <a:cubicBezTo>
                    <a:pt x="761223" y="369195"/>
                    <a:pt x="749815" y="379565"/>
                    <a:pt x="749815" y="393047"/>
                  </a:cubicBezTo>
                  <a:lnTo>
                    <a:pt x="749815" y="395121"/>
                  </a:lnTo>
                  <a:cubicBezTo>
                    <a:pt x="749815" y="405492"/>
                    <a:pt x="748779" y="410677"/>
                    <a:pt x="748779" y="410677"/>
                  </a:cubicBezTo>
                  <a:cubicBezTo>
                    <a:pt x="746704" y="501939"/>
                    <a:pt x="712481" y="593200"/>
                    <a:pt x="648183" y="657498"/>
                  </a:cubicBezTo>
                  <a:cubicBezTo>
                    <a:pt x="584923" y="721796"/>
                    <a:pt x="493661" y="757056"/>
                    <a:pt x="402399" y="756019"/>
                  </a:cubicBezTo>
                  <a:lnTo>
                    <a:pt x="402399" y="756019"/>
                  </a:lnTo>
                  <a:cubicBezTo>
                    <a:pt x="310101" y="756019"/>
                    <a:pt x="219876" y="718685"/>
                    <a:pt x="154542" y="654387"/>
                  </a:cubicBezTo>
                  <a:cubicBezTo>
                    <a:pt x="87133" y="589052"/>
                    <a:pt x="48761" y="496753"/>
                    <a:pt x="49798" y="403418"/>
                  </a:cubicBezTo>
                  <a:lnTo>
                    <a:pt x="49798" y="403418"/>
                  </a:lnTo>
                  <a:cubicBezTo>
                    <a:pt x="49798" y="313193"/>
                    <a:pt x="86095" y="224006"/>
                    <a:pt x="148319" y="159708"/>
                  </a:cubicBezTo>
                  <a:cubicBezTo>
                    <a:pt x="210543" y="94373"/>
                    <a:pt x="297656" y="54965"/>
                    <a:pt x="387881" y="50816"/>
                  </a:cubicBezTo>
                  <a:cubicBezTo>
                    <a:pt x="392029" y="50816"/>
                    <a:pt x="396177" y="50816"/>
                    <a:pt x="400326" y="49780"/>
                  </a:cubicBezTo>
                  <a:lnTo>
                    <a:pt x="403437" y="49780"/>
                  </a:lnTo>
                  <a:lnTo>
                    <a:pt x="403437" y="49780"/>
                  </a:lnTo>
                  <a:cubicBezTo>
                    <a:pt x="416918" y="48742"/>
                    <a:pt x="427289" y="37335"/>
                    <a:pt x="426252" y="23853"/>
                  </a:cubicBezTo>
                  <a:cubicBezTo>
                    <a:pt x="425215" y="11408"/>
                    <a:pt x="415882" y="1037"/>
                    <a:pt x="403437" y="0"/>
                  </a:cubicBezTo>
                  <a:lnTo>
                    <a:pt x="403437" y="0"/>
                  </a:lnTo>
                  <a:cubicBezTo>
                    <a:pt x="401362" y="0"/>
                    <a:pt x="400326" y="0"/>
                    <a:pt x="400326" y="0"/>
                  </a:cubicBezTo>
                  <a:cubicBezTo>
                    <a:pt x="395140" y="0"/>
                    <a:pt x="390992" y="0"/>
                    <a:pt x="385807" y="1037"/>
                  </a:cubicBezTo>
                  <a:cubicBezTo>
                    <a:pt x="283137" y="5185"/>
                    <a:pt x="182542" y="50816"/>
                    <a:pt x="112022" y="124448"/>
                  </a:cubicBezTo>
                  <a:cubicBezTo>
                    <a:pt x="40465" y="198079"/>
                    <a:pt x="-1018" y="300748"/>
                    <a:pt x="19" y="403418"/>
                  </a:cubicBezTo>
                  <a:lnTo>
                    <a:pt x="19" y="403418"/>
                  </a:lnTo>
                  <a:cubicBezTo>
                    <a:pt x="19" y="510235"/>
                    <a:pt x="43576" y="616016"/>
                    <a:pt x="120319" y="690684"/>
                  </a:cubicBezTo>
                  <a:cubicBezTo>
                    <a:pt x="193950" y="764316"/>
                    <a:pt x="297656" y="806835"/>
                    <a:pt x="402399" y="806835"/>
                  </a:cubicBezTo>
                  <a:lnTo>
                    <a:pt x="404474" y="806835"/>
                  </a:lnTo>
                  <a:lnTo>
                    <a:pt x="404474" y="806835"/>
                  </a:lnTo>
                  <a:cubicBezTo>
                    <a:pt x="456327" y="806835"/>
                    <a:pt x="508180" y="797502"/>
                    <a:pt x="555885" y="777797"/>
                  </a:cubicBezTo>
                  <a:cubicBezTo>
                    <a:pt x="604627" y="759130"/>
                    <a:pt x="649221" y="730093"/>
                    <a:pt x="685518" y="692759"/>
                  </a:cubicBezTo>
                  <a:cubicBezTo>
                    <a:pt x="722852" y="655424"/>
                    <a:pt x="750853" y="610830"/>
                    <a:pt x="770557" y="563126"/>
                  </a:cubicBezTo>
                  <a:cubicBezTo>
                    <a:pt x="790261" y="515420"/>
                    <a:pt x="799595" y="463567"/>
                    <a:pt x="801669" y="412752"/>
                  </a:cubicBezTo>
                  <a:cubicBezTo>
                    <a:pt x="801669" y="412752"/>
                    <a:pt x="801669" y="406529"/>
                    <a:pt x="802706" y="395121"/>
                  </a:cubicBezTo>
                  <a:lnTo>
                    <a:pt x="802706" y="393047"/>
                  </a:lnTo>
                  <a:cubicBezTo>
                    <a:pt x="799595" y="380602"/>
                    <a:pt x="789224" y="369195"/>
                    <a:pt x="775742" y="369195"/>
                  </a:cubicBezTo>
                </a:path>
              </a:pathLst>
            </a:custGeom>
            <a:grpFill/>
            <a:ln w="10368" cap="flat">
              <a:noFill/>
              <a:prstDash val="solid"/>
              <a:miter/>
            </a:ln>
          </p:spPr>
          <p:txBody>
            <a:bodyPr rtlCol="0" anchor="ctr"/>
            <a:lstStyle/>
            <a:p>
              <a:endParaRPr lang="en-US" dirty="0"/>
            </a:p>
          </p:txBody>
        </p:sp>
      </p:grpSp>
      <p:grpSp>
        <p:nvGrpSpPr>
          <p:cNvPr id="26" name="Group 25">
            <a:extLst>
              <a:ext uri="{FF2B5EF4-FFF2-40B4-BE49-F238E27FC236}">
                <a16:creationId xmlns:a16="http://schemas.microsoft.com/office/drawing/2014/main" id="{A7C68DFB-16C2-4BC8-A675-195F093F7743}"/>
              </a:ext>
            </a:extLst>
          </p:cNvPr>
          <p:cNvGrpSpPr/>
          <p:nvPr/>
        </p:nvGrpSpPr>
        <p:grpSpPr>
          <a:xfrm>
            <a:off x="345542" y="1210325"/>
            <a:ext cx="540284" cy="538174"/>
            <a:chOff x="11284863" y="7886112"/>
            <a:chExt cx="801669" cy="798538"/>
          </a:xfrm>
          <a:solidFill>
            <a:schemeClr val="bg1"/>
          </a:solidFill>
        </p:grpSpPr>
        <p:sp>
          <p:nvSpPr>
            <p:cNvPr id="27" name="Freeform: Shape 26">
              <a:extLst>
                <a:ext uri="{FF2B5EF4-FFF2-40B4-BE49-F238E27FC236}">
                  <a16:creationId xmlns:a16="http://schemas.microsoft.com/office/drawing/2014/main" id="{4A0592D9-F9C2-4900-A448-21D25D4505BA}"/>
                </a:ext>
              </a:extLst>
            </p:cNvPr>
            <p:cNvSpPr/>
            <p:nvPr/>
          </p:nvSpPr>
          <p:spPr>
            <a:xfrm>
              <a:off x="11482588" y="8068635"/>
              <a:ext cx="414825" cy="414825"/>
            </a:xfrm>
            <a:custGeom>
              <a:avLst/>
              <a:gdLst>
                <a:gd name="connsiteX0" fmla="*/ 232676 w 414825"/>
                <a:gd name="connsiteY0" fmla="*/ 420010 h 414825"/>
                <a:gd name="connsiteX1" fmla="*/ 188082 w 414825"/>
                <a:gd name="connsiteY1" fmla="*/ 420010 h 414825"/>
                <a:gd name="connsiteX2" fmla="*/ 179786 w 414825"/>
                <a:gd name="connsiteY2" fmla="*/ 413788 h 414825"/>
                <a:gd name="connsiteX3" fmla="*/ 171490 w 414825"/>
                <a:gd name="connsiteY3" fmla="*/ 376454 h 414825"/>
                <a:gd name="connsiteX4" fmla="*/ 142451 w 414825"/>
                <a:gd name="connsiteY4" fmla="*/ 367121 h 414825"/>
                <a:gd name="connsiteX5" fmla="*/ 113414 w 414825"/>
                <a:gd name="connsiteY5" fmla="*/ 393047 h 414825"/>
                <a:gd name="connsiteX6" fmla="*/ 103043 w 414825"/>
                <a:gd name="connsiteY6" fmla="*/ 394084 h 414825"/>
                <a:gd name="connsiteX7" fmla="*/ 66746 w 414825"/>
                <a:gd name="connsiteY7" fmla="*/ 368157 h 414825"/>
                <a:gd name="connsiteX8" fmla="*/ 63635 w 414825"/>
                <a:gd name="connsiteY8" fmla="*/ 357787 h 414825"/>
                <a:gd name="connsiteX9" fmla="*/ 79191 w 414825"/>
                <a:gd name="connsiteY9" fmla="*/ 322527 h 414825"/>
                <a:gd name="connsiteX10" fmla="*/ 76080 w 414825"/>
                <a:gd name="connsiteY10" fmla="*/ 318378 h 414825"/>
                <a:gd name="connsiteX11" fmla="*/ 74005 w 414825"/>
                <a:gd name="connsiteY11" fmla="*/ 316304 h 414825"/>
                <a:gd name="connsiteX12" fmla="*/ 70894 w 414825"/>
                <a:gd name="connsiteY12" fmla="*/ 312156 h 414825"/>
                <a:gd name="connsiteX13" fmla="*/ 76080 w 414825"/>
                <a:gd name="connsiteY13" fmla="*/ 304897 h 414825"/>
                <a:gd name="connsiteX14" fmla="*/ 69857 w 414825"/>
                <a:gd name="connsiteY14" fmla="*/ 310082 h 414825"/>
                <a:gd name="connsiteX15" fmla="*/ 65709 w 414825"/>
                <a:gd name="connsiteY15" fmla="*/ 304897 h 414825"/>
                <a:gd name="connsiteX16" fmla="*/ 64672 w 414825"/>
                <a:gd name="connsiteY16" fmla="*/ 302823 h 414825"/>
                <a:gd name="connsiteX17" fmla="*/ 61561 w 414825"/>
                <a:gd name="connsiteY17" fmla="*/ 298674 h 414825"/>
                <a:gd name="connsiteX18" fmla="*/ 23189 w 414825"/>
                <a:gd name="connsiteY18" fmla="*/ 302823 h 414825"/>
                <a:gd name="connsiteX19" fmla="*/ 13856 w 414825"/>
                <a:gd name="connsiteY19" fmla="*/ 296600 h 414825"/>
                <a:gd name="connsiteX20" fmla="*/ 374 w 414825"/>
                <a:gd name="connsiteY20" fmla="*/ 255118 h 414825"/>
                <a:gd name="connsiteX21" fmla="*/ 4522 w 414825"/>
                <a:gd name="connsiteY21" fmla="*/ 244747 h 414825"/>
                <a:gd name="connsiteX22" fmla="*/ 38745 w 414825"/>
                <a:gd name="connsiteY22" fmla="*/ 225043 h 414825"/>
                <a:gd name="connsiteX23" fmla="*/ 38745 w 414825"/>
                <a:gd name="connsiteY23" fmla="*/ 220894 h 414825"/>
                <a:gd name="connsiteX24" fmla="*/ 38745 w 414825"/>
                <a:gd name="connsiteY24" fmla="*/ 217783 h 414825"/>
                <a:gd name="connsiteX25" fmla="*/ 38745 w 414825"/>
                <a:gd name="connsiteY25" fmla="*/ 211561 h 414825"/>
                <a:gd name="connsiteX26" fmla="*/ 38745 w 414825"/>
                <a:gd name="connsiteY26" fmla="*/ 209487 h 414825"/>
                <a:gd name="connsiteX27" fmla="*/ 39782 w 414825"/>
                <a:gd name="connsiteY27" fmla="*/ 197042 h 414825"/>
                <a:gd name="connsiteX28" fmla="*/ 39782 w 414825"/>
                <a:gd name="connsiteY28" fmla="*/ 194968 h 414825"/>
                <a:gd name="connsiteX29" fmla="*/ 6596 w 414825"/>
                <a:gd name="connsiteY29" fmla="*/ 176301 h 414825"/>
                <a:gd name="connsiteX30" fmla="*/ 2448 w 414825"/>
                <a:gd name="connsiteY30" fmla="*/ 165930 h 414825"/>
                <a:gd name="connsiteX31" fmla="*/ 15930 w 414825"/>
                <a:gd name="connsiteY31" fmla="*/ 124448 h 414825"/>
                <a:gd name="connsiteX32" fmla="*/ 24227 w 414825"/>
                <a:gd name="connsiteY32" fmla="*/ 118225 h 414825"/>
                <a:gd name="connsiteX33" fmla="*/ 63635 w 414825"/>
                <a:gd name="connsiteY33" fmla="*/ 122373 h 414825"/>
                <a:gd name="connsiteX34" fmla="*/ 82302 w 414825"/>
                <a:gd name="connsiteY34" fmla="*/ 97484 h 414825"/>
                <a:gd name="connsiteX35" fmla="*/ 66746 w 414825"/>
                <a:gd name="connsiteY35" fmla="*/ 63261 h 414825"/>
                <a:gd name="connsiteX36" fmla="*/ 69857 w 414825"/>
                <a:gd name="connsiteY36" fmla="*/ 52891 h 414825"/>
                <a:gd name="connsiteX37" fmla="*/ 106154 w 414825"/>
                <a:gd name="connsiteY37" fmla="*/ 26964 h 414825"/>
                <a:gd name="connsiteX38" fmla="*/ 116525 w 414825"/>
                <a:gd name="connsiteY38" fmla="*/ 26964 h 414825"/>
                <a:gd name="connsiteX39" fmla="*/ 145563 w 414825"/>
                <a:gd name="connsiteY39" fmla="*/ 52891 h 414825"/>
                <a:gd name="connsiteX40" fmla="*/ 148674 w 414825"/>
                <a:gd name="connsiteY40" fmla="*/ 51853 h 414825"/>
                <a:gd name="connsiteX41" fmla="*/ 155934 w 414825"/>
                <a:gd name="connsiteY41" fmla="*/ 48742 h 414825"/>
                <a:gd name="connsiteX42" fmla="*/ 160082 w 414825"/>
                <a:gd name="connsiteY42" fmla="*/ 47705 h 414825"/>
                <a:gd name="connsiteX43" fmla="*/ 168378 w 414825"/>
                <a:gd name="connsiteY43" fmla="*/ 45631 h 414825"/>
                <a:gd name="connsiteX44" fmla="*/ 171490 w 414825"/>
                <a:gd name="connsiteY44" fmla="*/ 44594 h 414825"/>
                <a:gd name="connsiteX45" fmla="*/ 174601 w 414825"/>
                <a:gd name="connsiteY45" fmla="*/ 43557 h 414825"/>
                <a:gd name="connsiteX46" fmla="*/ 181860 w 414825"/>
                <a:gd name="connsiteY46" fmla="*/ 6223 h 414825"/>
                <a:gd name="connsiteX47" fmla="*/ 190157 w 414825"/>
                <a:gd name="connsiteY47" fmla="*/ 0 h 414825"/>
                <a:gd name="connsiteX48" fmla="*/ 234750 w 414825"/>
                <a:gd name="connsiteY48" fmla="*/ 0 h 414825"/>
                <a:gd name="connsiteX49" fmla="*/ 243047 w 414825"/>
                <a:gd name="connsiteY49" fmla="*/ 6223 h 414825"/>
                <a:gd name="connsiteX50" fmla="*/ 251343 w 414825"/>
                <a:gd name="connsiteY50" fmla="*/ 43557 h 414825"/>
                <a:gd name="connsiteX51" fmla="*/ 280381 w 414825"/>
                <a:gd name="connsiteY51" fmla="*/ 52891 h 414825"/>
                <a:gd name="connsiteX52" fmla="*/ 309419 w 414825"/>
                <a:gd name="connsiteY52" fmla="*/ 26964 h 414825"/>
                <a:gd name="connsiteX53" fmla="*/ 319789 w 414825"/>
                <a:gd name="connsiteY53" fmla="*/ 25927 h 414825"/>
                <a:gd name="connsiteX54" fmla="*/ 356087 w 414825"/>
                <a:gd name="connsiteY54" fmla="*/ 51853 h 414825"/>
                <a:gd name="connsiteX55" fmla="*/ 359198 w 414825"/>
                <a:gd name="connsiteY55" fmla="*/ 62224 h 414825"/>
                <a:gd name="connsiteX56" fmla="*/ 343642 w 414825"/>
                <a:gd name="connsiteY56" fmla="*/ 97484 h 414825"/>
                <a:gd name="connsiteX57" fmla="*/ 344679 w 414825"/>
                <a:gd name="connsiteY57" fmla="*/ 99558 h 414825"/>
                <a:gd name="connsiteX58" fmla="*/ 348827 w 414825"/>
                <a:gd name="connsiteY58" fmla="*/ 104744 h 414825"/>
                <a:gd name="connsiteX59" fmla="*/ 351938 w 414825"/>
                <a:gd name="connsiteY59" fmla="*/ 108892 h 414825"/>
                <a:gd name="connsiteX60" fmla="*/ 346753 w 414825"/>
                <a:gd name="connsiteY60" fmla="*/ 116151 h 414825"/>
                <a:gd name="connsiteX61" fmla="*/ 354012 w 414825"/>
                <a:gd name="connsiteY61" fmla="*/ 110966 h 414825"/>
                <a:gd name="connsiteX62" fmla="*/ 357123 w 414825"/>
                <a:gd name="connsiteY62" fmla="*/ 116151 h 414825"/>
                <a:gd name="connsiteX63" fmla="*/ 358161 w 414825"/>
                <a:gd name="connsiteY63" fmla="*/ 118225 h 414825"/>
                <a:gd name="connsiteX64" fmla="*/ 361272 w 414825"/>
                <a:gd name="connsiteY64" fmla="*/ 122373 h 414825"/>
                <a:gd name="connsiteX65" fmla="*/ 399643 w 414825"/>
                <a:gd name="connsiteY65" fmla="*/ 118225 h 414825"/>
                <a:gd name="connsiteX66" fmla="*/ 408977 w 414825"/>
                <a:gd name="connsiteY66" fmla="*/ 124448 h 414825"/>
                <a:gd name="connsiteX67" fmla="*/ 422458 w 414825"/>
                <a:gd name="connsiteY67" fmla="*/ 165930 h 414825"/>
                <a:gd name="connsiteX68" fmla="*/ 418310 w 414825"/>
                <a:gd name="connsiteY68" fmla="*/ 176301 h 414825"/>
                <a:gd name="connsiteX69" fmla="*/ 384087 w 414825"/>
                <a:gd name="connsiteY69" fmla="*/ 196005 h 414825"/>
                <a:gd name="connsiteX70" fmla="*/ 384087 w 414825"/>
                <a:gd name="connsiteY70" fmla="*/ 200153 h 414825"/>
                <a:gd name="connsiteX71" fmla="*/ 375790 w 414825"/>
                <a:gd name="connsiteY71" fmla="*/ 203265 h 414825"/>
                <a:gd name="connsiteX72" fmla="*/ 384087 w 414825"/>
                <a:gd name="connsiteY72" fmla="*/ 203265 h 414825"/>
                <a:gd name="connsiteX73" fmla="*/ 384087 w 414825"/>
                <a:gd name="connsiteY73" fmla="*/ 209487 h 414825"/>
                <a:gd name="connsiteX74" fmla="*/ 384087 w 414825"/>
                <a:gd name="connsiteY74" fmla="*/ 211561 h 414825"/>
                <a:gd name="connsiteX75" fmla="*/ 384087 w 414825"/>
                <a:gd name="connsiteY75" fmla="*/ 216746 h 414825"/>
                <a:gd name="connsiteX76" fmla="*/ 384087 w 414825"/>
                <a:gd name="connsiteY76" fmla="*/ 219857 h 414825"/>
                <a:gd name="connsiteX77" fmla="*/ 384087 w 414825"/>
                <a:gd name="connsiteY77" fmla="*/ 226080 h 414825"/>
                <a:gd name="connsiteX78" fmla="*/ 417273 w 414825"/>
                <a:gd name="connsiteY78" fmla="*/ 244747 h 414825"/>
                <a:gd name="connsiteX79" fmla="*/ 421422 w 414825"/>
                <a:gd name="connsiteY79" fmla="*/ 255118 h 414825"/>
                <a:gd name="connsiteX80" fmla="*/ 407940 w 414825"/>
                <a:gd name="connsiteY80" fmla="*/ 296600 h 414825"/>
                <a:gd name="connsiteX81" fmla="*/ 399643 w 414825"/>
                <a:gd name="connsiteY81" fmla="*/ 302823 h 414825"/>
                <a:gd name="connsiteX82" fmla="*/ 360235 w 414825"/>
                <a:gd name="connsiteY82" fmla="*/ 298674 h 414825"/>
                <a:gd name="connsiteX83" fmla="*/ 341568 w 414825"/>
                <a:gd name="connsiteY83" fmla="*/ 323564 h 414825"/>
                <a:gd name="connsiteX84" fmla="*/ 357123 w 414825"/>
                <a:gd name="connsiteY84" fmla="*/ 357787 h 414825"/>
                <a:gd name="connsiteX85" fmla="*/ 354012 w 414825"/>
                <a:gd name="connsiteY85" fmla="*/ 368157 h 414825"/>
                <a:gd name="connsiteX86" fmla="*/ 317715 w 414825"/>
                <a:gd name="connsiteY86" fmla="*/ 394084 h 414825"/>
                <a:gd name="connsiteX87" fmla="*/ 307345 w 414825"/>
                <a:gd name="connsiteY87" fmla="*/ 393047 h 414825"/>
                <a:gd name="connsiteX88" fmla="*/ 274158 w 414825"/>
                <a:gd name="connsiteY88" fmla="*/ 364009 h 414825"/>
                <a:gd name="connsiteX89" fmla="*/ 273122 w 414825"/>
                <a:gd name="connsiteY89" fmla="*/ 352601 h 414825"/>
                <a:gd name="connsiteX90" fmla="*/ 284529 w 414825"/>
                <a:gd name="connsiteY90" fmla="*/ 351565 h 414825"/>
                <a:gd name="connsiteX91" fmla="*/ 312530 w 414825"/>
                <a:gd name="connsiteY91" fmla="*/ 376454 h 414825"/>
                <a:gd name="connsiteX92" fmla="*/ 337420 w 414825"/>
                <a:gd name="connsiteY92" fmla="*/ 358824 h 414825"/>
                <a:gd name="connsiteX93" fmla="*/ 321864 w 414825"/>
                <a:gd name="connsiteY93" fmla="*/ 325638 h 414825"/>
                <a:gd name="connsiteX94" fmla="*/ 322901 w 414825"/>
                <a:gd name="connsiteY94" fmla="*/ 316304 h 414825"/>
                <a:gd name="connsiteX95" fmla="*/ 345716 w 414825"/>
                <a:gd name="connsiteY95" fmla="*/ 286230 h 414825"/>
                <a:gd name="connsiteX96" fmla="*/ 354012 w 414825"/>
                <a:gd name="connsiteY96" fmla="*/ 282081 h 414825"/>
                <a:gd name="connsiteX97" fmla="*/ 391346 w 414825"/>
                <a:gd name="connsiteY97" fmla="*/ 286230 h 414825"/>
                <a:gd name="connsiteX98" fmla="*/ 400680 w 414825"/>
                <a:gd name="connsiteY98" fmla="*/ 257191 h 414825"/>
                <a:gd name="connsiteX99" fmla="*/ 368532 w 414825"/>
                <a:gd name="connsiteY99" fmla="*/ 239562 h 414825"/>
                <a:gd name="connsiteX100" fmla="*/ 364383 w 414825"/>
                <a:gd name="connsiteY100" fmla="*/ 231265 h 414825"/>
                <a:gd name="connsiteX101" fmla="*/ 372679 w 414825"/>
                <a:gd name="connsiteY101" fmla="*/ 230228 h 414825"/>
                <a:gd name="connsiteX102" fmla="*/ 364383 w 414825"/>
                <a:gd name="connsiteY102" fmla="*/ 229191 h 414825"/>
                <a:gd name="connsiteX103" fmla="*/ 365420 w 414825"/>
                <a:gd name="connsiteY103" fmla="*/ 220894 h 414825"/>
                <a:gd name="connsiteX104" fmla="*/ 373717 w 414825"/>
                <a:gd name="connsiteY104" fmla="*/ 218821 h 414825"/>
                <a:gd name="connsiteX105" fmla="*/ 365420 w 414825"/>
                <a:gd name="connsiteY105" fmla="*/ 218821 h 414825"/>
                <a:gd name="connsiteX106" fmla="*/ 365420 w 414825"/>
                <a:gd name="connsiteY106" fmla="*/ 213635 h 414825"/>
                <a:gd name="connsiteX107" fmla="*/ 373717 w 414825"/>
                <a:gd name="connsiteY107" fmla="*/ 211561 h 414825"/>
                <a:gd name="connsiteX108" fmla="*/ 365420 w 414825"/>
                <a:gd name="connsiteY108" fmla="*/ 211561 h 414825"/>
                <a:gd name="connsiteX109" fmla="*/ 365420 w 414825"/>
                <a:gd name="connsiteY109" fmla="*/ 206376 h 414825"/>
                <a:gd name="connsiteX110" fmla="*/ 373717 w 414825"/>
                <a:gd name="connsiteY110" fmla="*/ 203265 h 414825"/>
                <a:gd name="connsiteX111" fmla="*/ 365420 w 414825"/>
                <a:gd name="connsiteY111" fmla="*/ 203265 h 414825"/>
                <a:gd name="connsiteX112" fmla="*/ 365420 w 414825"/>
                <a:gd name="connsiteY112" fmla="*/ 198079 h 414825"/>
                <a:gd name="connsiteX113" fmla="*/ 365420 w 414825"/>
                <a:gd name="connsiteY113" fmla="*/ 196005 h 414825"/>
                <a:gd name="connsiteX114" fmla="*/ 369568 w 414825"/>
                <a:gd name="connsiteY114" fmla="*/ 186671 h 414825"/>
                <a:gd name="connsiteX115" fmla="*/ 401717 w 414825"/>
                <a:gd name="connsiteY115" fmla="*/ 168004 h 414825"/>
                <a:gd name="connsiteX116" fmla="*/ 392384 w 414825"/>
                <a:gd name="connsiteY116" fmla="*/ 138967 h 414825"/>
                <a:gd name="connsiteX117" fmla="*/ 355049 w 414825"/>
                <a:gd name="connsiteY117" fmla="*/ 143115 h 414825"/>
                <a:gd name="connsiteX118" fmla="*/ 346753 w 414825"/>
                <a:gd name="connsiteY118" fmla="*/ 138967 h 414825"/>
                <a:gd name="connsiteX119" fmla="*/ 344679 w 414825"/>
                <a:gd name="connsiteY119" fmla="*/ 134818 h 414825"/>
                <a:gd name="connsiteX120" fmla="*/ 341568 w 414825"/>
                <a:gd name="connsiteY120" fmla="*/ 130670 h 414825"/>
                <a:gd name="connsiteX121" fmla="*/ 340531 w 414825"/>
                <a:gd name="connsiteY121" fmla="*/ 128596 h 414825"/>
                <a:gd name="connsiteX122" fmla="*/ 337420 w 414825"/>
                <a:gd name="connsiteY122" fmla="*/ 124448 h 414825"/>
                <a:gd name="connsiteX123" fmla="*/ 336382 w 414825"/>
                <a:gd name="connsiteY123" fmla="*/ 122373 h 414825"/>
                <a:gd name="connsiteX124" fmla="*/ 333271 w 414825"/>
                <a:gd name="connsiteY124" fmla="*/ 118225 h 414825"/>
                <a:gd name="connsiteX125" fmla="*/ 330160 w 414825"/>
                <a:gd name="connsiteY125" fmla="*/ 114077 h 414825"/>
                <a:gd name="connsiteX126" fmla="*/ 334308 w 414825"/>
                <a:gd name="connsiteY126" fmla="*/ 106817 h 414825"/>
                <a:gd name="connsiteX127" fmla="*/ 328086 w 414825"/>
                <a:gd name="connsiteY127" fmla="*/ 112003 h 414825"/>
                <a:gd name="connsiteX128" fmla="*/ 326012 w 414825"/>
                <a:gd name="connsiteY128" fmla="*/ 109929 h 414825"/>
                <a:gd name="connsiteX129" fmla="*/ 324975 w 414825"/>
                <a:gd name="connsiteY129" fmla="*/ 108892 h 414825"/>
                <a:gd name="connsiteX130" fmla="*/ 324975 w 414825"/>
                <a:gd name="connsiteY130" fmla="*/ 108892 h 414825"/>
                <a:gd name="connsiteX131" fmla="*/ 322901 w 414825"/>
                <a:gd name="connsiteY131" fmla="*/ 106817 h 414825"/>
                <a:gd name="connsiteX132" fmla="*/ 322901 w 414825"/>
                <a:gd name="connsiteY132" fmla="*/ 99558 h 414825"/>
                <a:gd name="connsiteX133" fmla="*/ 338456 w 414825"/>
                <a:gd name="connsiteY133" fmla="*/ 65335 h 414825"/>
                <a:gd name="connsiteX134" fmla="*/ 313567 w 414825"/>
                <a:gd name="connsiteY134" fmla="*/ 47705 h 414825"/>
                <a:gd name="connsiteX135" fmla="*/ 285567 w 414825"/>
                <a:gd name="connsiteY135" fmla="*/ 72594 h 414825"/>
                <a:gd name="connsiteX136" fmla="*/ 276233 w 414825"/>
                <a:gd name="connsiteY136" fmla="*/ 73632 h 414825"/>
                <a:gd name="connsiteX137" fmla="*/ 239935 w 414825"/>
                <a:gd name="connsiteY137" fmla="*/ 62224 h 414825"/>
                <a:gd name="connsiteX138" fmla="*/ 233713 w 414825"/>
                <a:gd name="connsiteY138" fmla="*/ 56002 h 414825"/>
                <a:gd name="connsiteX139" fmla="*/ 225416 w 414825"/>
                <a:gd name="connsiteY139" fmla="*/ 19704 h 414825"/>
                <a:gd name="connsiteX140" fmla="*/ 194304 w 414825"/>
                <a:gd name="connsiteY140" fmla="*/ 19704 h 414825"/>
                <a:gd name="connsiteX141" fmla="*/ 187046 w 414825"/>
                <a:gd name="connsiteY141" fmla="*/ 56002 h 414825"/>
                <a:gd name="connsiteX142" fmla="*/ 179786 w 414825"/>
                <a:gd name="connsiteY142" fmla="*/ 62224 h 414825"/>
                <a:gd name="connsiteX143" fmla="*/ 161119 w 414825"/>
                <a:gd name="connsiteY143" fmla="*/ 67409 h 414825"/>
                <a:gd name="connsiteX144" fmla="*/ 154896 w 414825"/>
                <a:gd name="connsiteY144" fmla="*/ 60150 h 414825"/>
                <a:gd name="connsiteX145" fmla="*/ 158007 w 414825"/>
                <a:gd name="connsiteY145" fmla="*/ 68447 h 414825"/>
                <a:gd name="connsiteX146" fmla="*/ 146600 w 414825"/>
                <a:gd name="connsiteY146" fmla="*/ 72594 h 414825"/>
                <a:gd name="connsiteX147" fmla="*/ 135192 w 414825"/>
                <a:gd name="connsiteY147" fmla="*/ 72594 h 414825"/>
                <a:gd name="connsiteX148" fmla="*/ 107192 w 414825"/>
                <a:gd name="connsiteY148" fmla="*/ 47705 h 414825"/>
                <a:gd name="connsiteX149" fmla="*/ 82302 w 414825"/>
                <a:gd name="connsiteY149" fmla="*/ 65335 h 414825"/>
                <a:gd name="connsiteX150" fmla="*/ 97858 w 414825"/>
                <a:gd name="connsiteY150" fmla="*/ 98521 h 414825"/>
                <a:gd name="connsiteX151" fmla="*/ 96821 w 414825"/>
                <a:gd name="connsiteY151" fmla="*/ 107855 h 414825"/>
                <a:gd name="connsiteX152" fmla="*/ 74005 w 414825"/>
                <a:gd name="connsiteY152" fmla="*/ 137929 h 414825"/>
                <a:gd name="connsiteX153" fmla="*/ 65709 w 414825"/>
                <a:gd name="connsiteY153" fmla="*/ 142078 h 414825"/>
                <a:gd name="connsiteX154" fmla="*/ 28374 w 414825"/>
                <a:gd name="connsiteY154" fmla="*/ 137929 h 414825"/>
                <a:gd name="connsiteX155" fmla="*/ 19041 w 414825"/>
                <a:gd name="connsiteY155" fmla="*/ 166968 h 414825"/>
                <a:gd name="connsiteX156" fmla="*/ 51190 w 414825"/>
                <a:gd name="connsiteY156" fmla="*/ 184597 h 414825"/>
                <a:gd name="connsiteX157" fmla="*/ 55338 w 414825"/>
                <a:gd name="connsiteY157" fmla="*/ 192894 h 414825"/>
                <a:gd name="connsiteX158" fmla="*/ 54301 w 414825"/>
                <a:gd name="connsiteY158" fmla="*/ 198079 h 414825"/>
                <a:gd name="connsiteX159" fmla="*/ 54301 w 414825"/>
                <a:gd name="connsiteY159" fmla="*/ 200153 h 414825"/>
                <a:gd name="connsiteX160" fmla="*/ 54301 w 414825"/>
                <a:gd name="connsiteY160" fmla="*/ 202227 h 414825"/>
                <a:gd name="connsiteX161" fmla="*/ 46005 w 414825"/>
                <a:gd name="connsiteY161" fmla="*/ 204302 h 414825"/>
                <a:gd name="connsiteX162" fmla="*/ 54301 w 414825"/>
                <a:gd name="connsiteY162" fmla="*/ 204302 h 414825"/>
                <a:gd name="connsiteX163" fmla="*/ 54301 w 414825"/>
                <a:gd name="connsiteY163" fmla="*/ 210524 h 414825"/>
                <a:gd name="connsiteX164" fmla="*/ 46005 w 414825"/>
                <a:gd name="connsiteY164" fmla="*/ 212598 h 414825"/>
                <a:gd name="connsiteX165" fmla="*/ 54301 w 414825"/>
                <a:gd name="connsiteY165" fmla="*/ 212598 h 414825"/>
                <a:gd name="connsiteX166" fmla="*/ 54301 w 414825"/>
                <a:gd name="connsiteY166" fmla="*/ 217783 h 414825"/>
                <a:gd name="connsiteX167" fmla="*/ 54301 w 414825"/>
                <a:gd name="connsiteY167" fmla="*/ 219857 h 414825"/>
                <a:gd name="connsiteX168" fmla="*/ 54301 w 414825"/>
                <a:gd name="connsiteY168" fmla="*/ 225043 h 414825"/>
                <a:gd name="connsiteX169" fmla="*/ 54301 w 414825"/>
                <a:gd name="connsiteY169" fmla="*/ 227117 h 414825"/>
                <a:gd name="connsiteX170" fmla="*/ 50153 w 414825"/>
                <a:gd name="connsiteY170" fmla="*/ 236450 h 414825"/>
                <a:gd name="connsiteX171" fmla="*/ 18004 w 414825"/>
                <a:gd name="connsiteY171" fmla="*/ 255118 h 414825"/>
                <a:gd name="connsiteX172" fmla="*/ 27338 w 414825"/>
                <a:gd name="connsiteY172" fmla="*/ 284156 h 414825"/>
                <a:gd name="connsiteX173" fmla="*/ 64672 w 414825"/>
                <a:gd name="connsiteY173" fmla="*/ 280007 h 414825"/>
                <a:gd name="connsiteX174" fmla="*/ 72969 w 414825"/>
                <a:gd name="connsiteY174" fmla="*/ 285192 h 414825"/>
                <a:gd name="connsiteX175" fmla="*/ 74005 w 414825"/>
                <a:gd name="connsiteY175" fmla="*/ 288303 h 414825"/>
                <a:gd name="connsiteX176" fmla="*/ 77116 w 414825"/>
                <a:gd name="connsiteY176" fmla="*/ 293489 h 414825"/>
                <a:gd name="connsiteX177" fmla="*/ 70894 w 414825"/>
                <a:gd name="connsiteY177" fmla="*/ 299711 h 414825"/>
                <a:gd name="connsiteX178" fmla="*/ 78154 w 414825"/>
                <a:gd name="connsiteY178" fmla="*/ 294526 h 414825"/>
                <a:gd name="connsiteX179" fmla="*/ 81265 w 414825"/>
                <a:gd name="connsiteY179" fmla="*/ 298674 h 414825"/>
                <a:gd name="connsiteX180" fmla="*/ 76080 w 414825"/>
                <a:gd name="connsiteY180" fmla="*/ 305934 h 414825"/>
                <a:gd name="connsiteX181" fmla="*/ 83339 w 414825"/>
                <a:gd name="connsiteY181" fmla="*/ 300748 h 414825"/>
                <a:gd name="connsiteX182" fmla="*/ 85413 w 414825"/>
                <a:gd name="connsiteY182" fmla="*/ 302823 h 414825"/>
                <a:gd name="connsiteX183" fmla="*/ 87487 w 414825"/>
                <a:gd name="connsiteY183" fmla="*/ 304897 h 414825"/>
                <a:gd name="connsiteX184" fmla="*/ 93710 w 414825"/>
                <a:gd name="connsiteY184" fmla="*/ 312156 h 414825"/>
                <a:gd name="connsiteX185" fmla="*/ 94747 w 414825"/>
                <a:gd name="connsiteY185" fmla="*/ 313193 h 414825"/>
                <a:gd name="connsiteX186" fmla="*/ 96821 w 414825"/>
                <a:gd name="connsiteY186" fmla="*/ 322527 h 414825"/>
                <a:gd name="connsiteX187" fmla="*/ 81265 w 414825"/>
                <a:gd name="connsiteY187" fmla="*/ 356750 h 414825"/>
                <a:gd name="connsiteX188" fmla="*/ 106154 w 414825"/>
                <a:gd name="connsiteY188" fmla="*/ 374380 h 414825"/>
                <a:gd name="connsiteX189" fmla="*/ 134155 w 414825"/>
                <a:gd name="connsiteY189" fmla="*/ 349490 h 414825"/>
                <a:gd name="connsiteX190" fmla="*/ 143489 w 414825"/>
                <a:gd name="connsiteY190" fmla="*/ 348454 h 414825"/>
                <a:gd name="connsiteX191" fmla="*/ 179786 w 414825"/>
                <a:gd name="connsiteY191" fmla="*/ 359861 h 414825"/>
                <a:gd name="connsiteX192" fmla="*/ 186008 w 414825"/>
                <a:gd name="connsiteY192" fmla="*/ 366083 h 414825"/>
                <a:gd name="connsiteX193" fmla="*/ 194304 w 414825"/>
                <a:gd name="connsiteY193" fmla="*/ 402380 h 414825"/>
                <a:gd name="connsiteX194" fmla="*/ 225416 w 414825"/>
                <a:gd name="connsiteY194" fmla="*/ 402380 h 414825"/>
                <a:gd name="connsiteX195" fmla="*/ 232676 w 414825"/>
                <a:gd name="connsiteY195" fmla="*/ 366083 h 414825"/>
                <a:gd name="connsiteX196" fmla="*/ 238899 w 414825"/>
                <a:gd name="connsiteY196" fmla="*/ 359861 h 414825"/>
                <a:gd name="connsiteX197" fmla="*/ 249269 w 414825"/>
                <a:gd name="connsiteY197" fmla="*/ 365046 h 414825"/>
                <a:gd name="connsiteX198" fmla="*/ 248232 w 414825"/>
                <a:gd name="connsiteY198" fmla="*/ 372306 h 414825"/>
                <a:gd name="connsiteX199" fmla="*/ 239935 w 414825"/>
                <a:gd name="connsiteY199" fmla="*/ 411714 h 414825"/>
                <a:gd name="connsiteX200" fmla="*/ 232676 w 414825"/>
                <a:gd name="connsiteY200" fmla="*/ 420010 h 414825"/>
                <a:gd name="connsiteX201" fmla="*/ 331197 w 414825"/>
                <a:gd name="connsiteY201" fmla="*/ 98521 h 414825"/>
                <a:gd name="connsiteX202" fmla="*/ 331197 w 414825"/>
                <a:gd name="connsiteY202" fmla="*/ 98521 h 414825"/>
                <a:gd name="connsiteX203" fmla="*/ 331197 w 414825"/>
                <a:gd name="connsiteY203" fmla="*/ 98521 h 41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Lst>
              <a:rect l="l" t="t" r="r" b="b"/>
              <a:pathLst>
                <a:path w="414825" h="414825">
                  <a:moveTo>
                    <a:pt x="232676" y="420010"/>
                  </a:moveTo>
                  <a:lnTo>
                    <a:pt x="188082" y="420010"/>
                  </a:lnTo>
                  <a:cubicBezTo>
                    <a:pt x="183934" y="420010"/>
                    <a:pt x="180823" y="416899"/>
                    <a:pt x="179786" y="413788"/>
                  </a:cubicBezTo>
                  <a:lnTo>
                    <a:pt x="171490" y="376454"/>
                  </a:lnTo>
                  <a:cubicBezTo>
                    <a:pt x="161119" y="374380"/>
                    <a:pt x="151785" y="371268"/>
                    <a:pt x="142451" y="367121"/>
                  </a:cubicBezTo>
                  <a:lnTo>
                    <a:pt x="113414" y="393047"/>
                  </a:lnTo>
                  <a:cubicBezTo>
                    <a:pt x="110303" y="396158"/>
                    <a:pt x="106154" y="396158"/>
                    <a:pt x="103043" y="394084"/>
                  </a:cubicBezTo>
                  <a:lnTo>
                    <a:pt x="66746" y="368157"/>
                  </a:lnTo>
                  <a:cubicBezTo>
                    <a:pt x="63635" y="366083"/>
                    <a:pt x="62598" y="361935"/>
                    <a:pt x="63635" y="357787"/>
                  </a:cubicBezTo>
                  <a:lnTo>
                    <a:pt x="79191" y="322527"/>
                  </a:lnTo>
                  <a:lnTo>
                    <a:pt x="76080" y="318378"/>
                  </a:lnTo>
                  <a:cubicBezTo>
                    <a:pt x="76080" y="318378"/>
                    <a:pt x="74005" y="316304"/>
                    <a:pt x="74005" y="316304"/>
                  </a:cubicBezTo>
                  <a:lnTo>
                    <a:pt x="70894" y="312156"/>
                  </a:lnTo>
                  <a:lnTo>
                    <a:pt x="76080" y="304897"/>
                  </a:lnTo>
                  <a:lnTo>
                    <a:pt x="69857" y="310082"/>
                  </a:lnTo>
                  <a:lnTo>
                    <a:pt x="65709" y="304897"/>
                  </a:lnTo>
                  <a:cubicBezTo>
                    <a:pt x="65709" y="304897"/>
                    <a:pt x="64672" y="302823"/>
                    <a:pt x="64672" y="302823"/>
                  </a:cubicBezTo>
                  <a:cubicBezTo>
                    <a:pt x="63635" y="301786"/>
                    <a:pt x="62598" y="299711"/>
                    <a:pt x="61561" y="298674"/>
                  </a:cubicBezTo>
                  <a:lnTo>
                    <a:pt x="23189" y="302823"/>
                  </a:lnTo>
                  <a:cubicBezTo>
                    <a:pt x="19041" y="302823"/>
                    <a:pt x="15930" y="300748"/>
                    <a:pt x="13856" y="296600"/>
                  </a:cubicBezTo>
                  <a:lnTo>
                    <a:pt x="374" y="255118"/>
                  </a:lnTo>
                  <a:cubicBezTo>
                    <a:pt x="-663" y="250969"/>
                    <a:pt x="374" y="246821"/>
                    <a:pt x="4522" y="244747"/>
                  </a:cubicBezTo>
                  <a:lnTo>
                    <a:pt x="38745" y="225043"/>
                  </a:lnTo>
                  <a:cubicBezTo>
                    <a:pt x="38745" y="224006"/>
                    <a:pt x="38745" y="221932"/>
                    <a:pt x="38745" y="220894"/>
                  </a:cubicBezTo>
                  <a:cubicBezTo>
                    <a:pt x="38745" y="219857"/>
                    <a:pt x="38745" y="218821"/>
                    <a:pt x="38745" y="217783"/>
                  </a:cubicBezTo>
                  <a:lnTo>
                    <a:pt x="38745" y="211561"/>
                  </a:lnTo>
                  <a:cubicBezTo>
                    <a:pt x="38745" y="211561"/>
                    <a:pt x="38745" y="209487"/>
                    <a:pt x="38745" y="209487"/>
                  </a:cubicBezTo>
                  <a:lnTo>
                    <a:pt x="39782" y="197042"/>
                  </a:lnTo>
                  <a:cubicBezTo>
                    <a:pt x="39782" y="197042"/>
                    <a:pt x="39782" y="196005"/>
                    <a:pt x="39782" y="194968"/>
                  </a:cubicBezTo>
                  <a:lnTo>
                    <a:pt x="6596" y="176301"/>
                  </a:lnTo>
                  <a:cubicBezTo>
                    <a:pt x="3485" y="174226"/>
                    <a:pt x="1411" y="170079"/>
                    <a:pt x="2448" y="165930"/>
                  </a:cubicBezTo>
                  <a:lnTo>
                    <a:pt x="15930" y="124448"/>
                  </a:lnTo>
                  <a:cubicBezTo>
                    <a:pt x="16967" y="120300"/>
                    <a:pt x="21115" y="118225"/>
                    <a:pt x="24227" y="118225"/>
                  </a:cubicBezTo>
                  <a:lnTo>
                    <a:pt x="63635" y="122373"/>
                  </a:lnTo>
                  <a:cubicBezTo>
                    <a:pt x="68820" y="114077"/>
                    <a:pt x="75042" y="105781"/>
                    <a:pt x="82302" y="97484"/>
                  </a:cubicBezTo>
                  <a:lnTo>
                    <a:pt x="66746" y="63261"/>
                  </a:lnTo>
                  <a:cubicBezTo>
                    <a:pt x="64672" y="59113"/>
                    <a:pt x="65709" y="54964"/>
                    <a:pt x="69857" y="52891"/>
                  </a:cubicBezTo>
                  <a:lnTo>
                    <a:pt x="106154" y="26964"/>
                  </a:lnTo>
                  <a:cubicBezTo>
                    <a:pt x="109266" y="24890"/>
                    <a:pt x="113414" y="24890"/>
                    <a:pt x="116525" y="26964"/>
                  </a:cubicBezTo>
                  <a:lnTo>
                    <a:pt x="145563" y="52891"/>
                  </a:lnTo>
                  <a:cubicBezTo>
                    <a:pt x="146600" y="52891"/>
                    <a:pt x="147637" y="51853"/>
                    <a:pt x="148674" y="51853"/>
                  </a:cubicBezTo>
                  <a:lnTo>
                    <a:pt x="155934" y="48742"/>
                  </a:lnTo>
                  <a:cubicBezTo>
                    <a:pt x="155934" y="48742"/>
                    <a:pt x="160082" y="47705"/>
                    <a:pt x="160082" y="47705"/>
                  </a:cubicBezTo>
                  <a:lnTo>
                    <a:pt x="168378" y="45631"/>
                  </a:lnTo>
                  <a:cubicBezTo>
                    <a:pt x="169415" y="45631"/>
                    <a:pt x="170452" y="44594"/>
                    <a:pt x="171490" y="44594"/>
                  </a:cubicBezTo>
                  <a:lnTo>
                    <a:pt x="174601" y="43557"/>
                  </a:lnTo>
                  <a:lnTo>
                    <a:pt x="181860" y="6223"/>
                  </a:lnTo>
                  <a:cubicBezTo>
                    <a:pt x="182897" y="2074"/>
                    <a:pt x="186008" y="0"/>
                    <a:pt x="190157" y="0"/>
                  </a:cubicBezTo>
                  <a:lnTo>
                    <a:pt x="234750" y="0"/>
                  </a:lnTo>
                  <a:cubicBezTo>
                    <a:pt x="238899" y="0"/>
                    <a:pt x="242010" y="3111"/>
                    <a:pt x="243047" y="6223"/>
                  </a:cubicBezTo>
                  <a:lnTo>
                    <a:pt x="251343" y="43557"/>
                  </a:lnTo>
                  <a:cubicBezTo>
                    <a:pt x="261714" y="45631"/>
                    <a:pt x="271047" y="48742"/>
                    <a:pt x="280381" y="52891"/>
                  </a:cubicBezTo>
                  <a:lnTo>
                    <a:pt x="309419" y="26964"/>
                  </a:lnTo>
                  <a:cubicBezTo>
                    <a:pt x="312530" y="23852"/>
                    <a:pt x="316678" y="23852"/>
                    <a:pt x="319789" y="25927"/>
                  </a:cubicBezTo>
                  <a:lnTo>
                    <a:pt x="356087" y="51853"/>
                  </a:lnTo>
                  <a:cubicBezTo>
                    <a:pt x="359198" y="53927"/>
                    <a:pt x="360235" y="58076"/>
                    <a:pt x="359198" y="62224"/>
                  </a:cubicBezTo>
                  <a:lnTo>
                    <a:pt x="343642" y="97484"/>
                  </a:lnTo>
                  <a:cubicBezTo>
                    <a:pt x="343642" y="98521"/>
                    <a:pt x="344679" y="99558"/>
                    <a:pt x="344679" y="99558"/>
                  </a:cubicBezTo>
                  <a:lnTo>
                    <a:pt x="348827" y="104744"/>
                  </a:lnTo>
                  <a:cubicBezTo>
                    <a:pt x="349864" y="105781"/>
                    <a:pt x="350901" y="107855"/>
                    <a:pt x="351938" y="108892"/>
                  </a:cubicBezTo>
                  <a:lnTo>
                    <a:pt x="346753" y="116151"/>
                  </a:lnTo>
                  <a:lnTo>
                    <a:pt x="354012" y="110966"/>
                  </a:lnTo>
                  <a:cubicBezTo>
                    <a:pt x="355049" y="113040"/>
                    <a:pt x="356087" y="114077"/>
                    <a:pt x="357123" y="116151"/>
                  </a:cubicBezTo>
                  <a:lnTo>
                    <a:pt x="358161" y="118225"/>
                  </a:lnTo>
                  <a:cubicBezTo>
                    <a:pt x="359198" y="119262"/>
                    <a:pt x="360235" y="121336"/>
                    <a:pt x="361272" y="122373"/>
                  </a:cubicBezTo>
                  <a:lnTo>
                    <a:pt x="399643" y="118225"/>
                  </a:lnTo>
                  <a:cubicBezTo>
                    <a:pt x="403791" y="118225"/>
                    <a:pt x="406902" y="120300"/>
                    <a:pt x="408977" y="124448"/>
                  </a:cubicBezTo>
                  <a:lnTo>
                    <a:pt x="422458" y="165930"/>
                  </a:lnTo>
                  <a:cubicBezTo>
                    <a:pt x="423496" y="170079"/>
                    <a:pt x="422458" y="174226"/>
                    <a:pt x="418310" y="176301"/>
                  </a:cubicBezTo>
                  <a:lnTo>
                    <a:pt x="384087" y="196005"/>
                  </a:lnTo>
                  <a:cubicBezTo>
                    <a:pt x="384087" y="197042"/>
                    <a:pt x="384087" y="199116"/>
                    <a:pt x="384087" y="200153"/>
                  </a:cubicBezTo>
                  <a:lnTo>
                    <a:pt x="375790" y="203265"/>
                  </a:lnTo>
                  <a:lnTo>
                    <a:pt x="384087" y="203265"/>
                  </a:lnTo>
                  <a:cubicBezTo>
                    <a:pt x="384087" y="205338"/>
                    <a:pt x="384087" y="207413"/>
                    <a:pt x="384087" y="209487"/>
                  </a:cubicBezTo>
                  <a:cubicBezTo>
                    <a:pt x="384087" y="209487"/>
                    <a:pt x="384087" y="211561"/>
                    <a:pt x="384087" y="211561"/>
                  </a:cubicBezTo>
                  <a:lnTo>
                    <a:pt x="384087" y="216746"/>
                  </a:lnTo>
                  <a:cubicBezTo>
                    <a:pt x="384087" y="216746"/>
                    <a:pt x="384087" y="219857"/>
                    <a:pt x="384087" y="219857"/>
                  </a:cubicBezTo>
                  <a:lnTo>
                    <a:pt x="384087" y="226080"/>
                  </a:lnTo>
                  <a:lnTo>
                    <a:pt x="417273" y="244747"/>
                  </a:lnTo>
                  <a:cubicBezTo>
                    <a:pt x="420385" y="246821"/>
                    <a:pt x="422458" y="250969"/>
                    <a:pt x="421422" y="255118"/>
                  </a:cubicBezTo>
                  <a:lnTo>
                    <a:pt x="407940" y="296600"/>
                  </a:lnTo>
                  <a:cubicBezTo>
                    <a:pt x="406902" y="300748"/>
                    <a:pt x="402754" y="302823"/>
                    <a:pt x="399643" y="302823"/>
                  </a:cubicBezTo>
                  <a:lnTo>
                    <a:pt x="360235" y="298674"/>
                  </a:lnTo>
                  <a:cubicBezTo>
                    <a:pt x="355049" y="306971"/>
                    <a:pt x="348827" y="315267"/>
                    <a:pt x="341568" y="323564"/>
                  </a:cubicBezTo>
                  <a:lnTo>
                    <a:pt x="357123" y="357787"/>
                  </a:lnTo>
                  <a:cubicBezTo>
                    <a:pt x="359198" y="361935"/>
                    <a:pt x="358161" y="366083"/>
                    <a:pt x="354012" y="368157"/>
                  </a:cubicBezTo>
                  <a:lnTo>
                    <a:pt x="317715" y="394084"/>
                  </a:lnTo>
                  <a:cubicBezTo>
                    <a:pt x="314604" y="396158"/>
                    <a:pt x="310456" y="396158"/>
                    <a:pt x="307345" y="393047"/>
                  </a:cubicBezTo>
                  <a:lnTo>
                    <a:pt x="274158" y="364009"/>
                  </a:lnTo>
                  <a:cubicBezTo>
                    <a:pt x="271047" y="360898"/>
                    <a:pt x="270011" y="355712"/>
                    <a:pt x="273122" y="352601"/>
                  </a:cubicBezTo>
                  <a:cubicBezTo>
                    <a:pt x="276233" y="349490"/>
                    <a:pt x="281418" y="348454"/>
                    <a:pt x="284529" y="351565"/>
                  </a:cubicBezTo>
                  <a:lnTo>
                    <a:pt x="312530" y="376454"/>
                  </a:lnTo>
                  <a:lnTo>
                    <a:pt x="337420" y="358824"/>
                  </a:lnTo>
                  <a:lnTo>
                    <a:pt x="321864" y="325638"/>
                  </a:lnTo>
                  <a:cubicBezTo>
                    <a:pt x="320826" y="322527"/>
                    <a:pt x="320826" y="318378"/>
                    <a:pt x="322901" y="316304"/>
                  </a:cubicBezTo>
                  <a:cubicBezTo>
                    <a:pt x="331197" y="306971"/>
                    <a:pt x="339493" y="296600"/>
                    <a:pt x="345716" y="286230"/>
                  </a:cubicBezTo>
                  <a:cubicBezTo>
                    <a:pt x="347790" y="283118"/>
                    <a:pt x="350901" y="282081"/>
                    <a:pt x="354012" y="282081"/>
                  </a:cubicBezTo>
                  <a:lnTo>
                    <a:pt x="391346" y="286230"/>
                  </a:lnTo>
                  <a:lnTo>
                    <a:pt x="400680" y="257191"/>
                  </a:lnTo>
                  <a:lnTo>
                    <a:pt x="368532" y="239562"/>
                  </a:lnTo>
                  <a:cubicBezTo>
                    <a:pt x="365420" y="237488"/>
                    <a:pt x="363346" y="234377"/>
                    <a:pt x="364383" y="231265"/>
                  </a:cubicBezTo>
                  <a:lnTo>
                    <a:pt x="372679" y="230228"/>
                  </a:lnTo>
                  <a:lnTo>
                    <a:pt x="364383" y="229191"/>
                  </a:lnTo>
                  <a:lnTo>
                    <a:pt x="365420" y="220894"/>
                  </a:lnTo>
                  <a:lnTo>
                    <a:pt x="373717" y="218821"/>
                  </a:lnTo>
                  <a:lnTo>
                    <a:pt x="365420" y="218821"/>
                  </a:lnTo>
                  <a:lnTo>
                    <a:pt x="365420" y="213635"/>
                  </a:lnTo>
                  <a:lnTo>
                    <a:pt x="373717" y="211561"/>
                  </a:lnTo>
                  <a:lnTo>
                    <a:pt x="365420" y="211561"/>
                  </a:lnTo>
                  <a:cubicBezTo>
                    <a:pt x="365420" y="209487"/>
                    <a:pt x="365420" y="208450"/>
                    <a:pt x="365420" y="206376"/>
                  </a:cubicBezTo>
                  <a:lnTo>
                    <a:pt x="373717" y="203265"/>
                  </a:lnTo>
                  <a:lnTo>
                    <a:pt x="365420" y="203265"/>
                  </a:lnTo>
                  <a:cubicBezTo>
                    <a:pt x="365420" y="201190"/>
                    <a:pt x="365420" y="200153"/>
                    <a:pt x="365420" y="198079"/>
                  </a:cubicBezTo>
                  <a:lnTo>
                    <a:pt x="365420" y="196005"/>
                  </a:lnTo>
                  <a:cubicBezTo>
                    <a:pt x="365420" y="192894"/>
                    <a:pt x="366457" y="187709"/>
                    <a:pt x="369568" y="186671"/>
                  </a:cubicBezTo>
                  <a:lnTo>
                    <a:pt x="401717" y="168004"/>
                  </a:lnTo>
                  <a:lnTo>
                    <a:pt x="392384" y="138967"/>
                  </a:lnTo>
                  <a:lnTo>
                    <a:pt x="355049" y="143115"/>
                  </a:lnTo>
                  <a:cubicBezTo>
                    <a:pt x="351938" y="143115"/>
                    <a:pt x="348827" y="142078"/>
                    <a:pt x="346753" y="138967"/>
                  </a:cubicBezTo>
                  <a:lnTo>
                    <a:pt x="344679" y="134818"/>
                  </a:lnTo>
                  <a:cubicBezTo>
                    <a:pt x="343642" y="133781"/>
                    <a:pt x="342605" y="131707"/>
                    <a:pt x="341568" y="130670"/>
                  </a:cubicBezTo>
                  <a:lnTo>
                    <a:pt x="340531" y="128596"/>
                  </a:lnTo>
                  <a:cubicBezTo>
                    <a:pt x="339493" y="127559"/>
                    <a:pt x="338456" y="125485"/>
                    <a:pt x="337420" y="124448"/>
                  </a:cubicBezTo>
                  <a:cubicBezTo>
                    <a:pt x="337420" y="124448"/>
                    <a:pt x="336382" y="122373"/>
                    <a:pt x="336382" y="122373"/>
                  </a:cubicBezTo>
                  <a:cubicBezTo>
                    <a:pt x="335345" y="121336"/>
                    <a:pt x="334308" y="119262"/>
                    <a:pt x="333271" y="118225"/>
                  </a:cubicBezTo>
                  <a:lnTo>
                    <a:pt x="330160" y="114077"/>
                  </a:lnTo>
                  <a:lnTo>
                    <a:pt x="334308" y="106817"/>
                  </a:lnTo>
                  <a:lnTo>
                    <a:pt x="328086" y="112003"/>
                  </a:lnTo>
                  <a:lnTo>
                    <a:pt x="326012" y="109929"/>
                  </a:lnTo>
                  <a:cubicBezTo>
                    <a:pt x="326012" y="109929"/>
                    <a:pt x="324975" y="108892"/>
                    <a:pt x="324975" y="108892"/>
                  </a:cubicBezTo>
                  <a:lnTo>
                    <a:pt x="324975" y="108892"/>
                  </a:lnTo>
                  <a:cubicBezTo>
                    <a:pt x="323937" y="107855"/>
                    <a:pt x="323937" y="107855"/>
                    <a:pt x="322901" y="106817"/>
                  </a:cubicBezTo>
                  <a:cubicBezTo>
                    <a:pt x="321864" y="104744"/>
                    <a:pt x="321864" y="101632"/>
                    <a:pt x="322901" y="99558"/>
                  </a:cubicBezTo>
                  <a:lnTo>
                    <a:pt x="338456" y="65335"/>
                  </a:lnTo>
                  <a:lnTo>
                    <a:pt x="313567" y="47705"/>
                  </a:lnTo>
                  <a:lnTo>
                    <a:pt x="285567" y="72594"/>
                  </a:lnTo>
                  <a:cubicBezTo>
                    <a:pt x="283492" y="74669"/>
                    <a:pt x="279344" y="75705"/>
                    <a:pt x="276233" y="73632"/>
                  </a:cubicBezTo>
                  <a:cubicBezTo>
                    <a:pt x="264825" y="68447"/>
                    <a:pt x="252380" y="64298"/>
                    <a:pt x="239935" y="62224"/>
                  </a:cubicBezTo>
                  <a:cubicBezTo>
                    <a:pt x="236824" y="61187"/>
                    <a:pt x="233713" y="59113"/>
                    <a:pt x="233713" y="56002"/>
                  </a:cubicBezTo>
                  <a:lnTo>
                    <a:pt x="225416" y="19704"/>
                  </a:lnTo>
                  <a:lnTo>
                    <a:pt x="194304" y="19704"/>
                  </a:lnTo>
                  <a:lnTo>
                    <a:pt x="187046" y="56002"/>
                  </a:lnTo>
                  <a:cubicBezTo>
                    <a:pt x="186008" y="59113"/>
                    <a:pt x="182897" y="62224"/>
                    <a:pt x="179786" y="62224"/>
                  </a:cubicBezTo>
                  <a:lnTo>
                    <a:pt x="161119" y="67409"/>
                  </a:lnTo>
                  <a:lnTo>
                    <a:pt x="154896" y="60150"/>
                  </a:lnTo>
                  <a:lnTo>
                    <a:pt x="158007" y="68447"/>
                  </a:lnTo>
                  <a:lnTo>
                    <a:pt x="146600" y="72594"/>
                  </a:lnTo>
                  <a:cubicBezTo>
                    <a:pt x="143489" y="73632"/>
                    <a:pt x="137266" y="74669"/>
                    <a:pt x="135192" y="72594"/>
                  </a:cubicBezTo>
                  <a:lnTo>
                    <a:pt x="107192" y="47705"/>
                  </a:lnTo>
                  <a:lnTo>
                    <a:pt x="82302" y="65335"/>
                  </a:lnTo>
                  <a:lnTo>
                    <a:pt x="97858" y="98521"/>
                  </a:lnTo>
                  <a:cubicBezTo>
                    <a:pt x="98895" y="101632"/>
                    <a:pt x="98895" y="105781"/>
                    <a:pt x="96821" y="107855"/>
                  </a:cubicBezTo>
                  <a:cubicBezTo>
                    <a:pt x="88525" y="117188"/>
                    <a:pt x="80228" y="127559"/>
                    <a:pt x="74005" y="137929"/>
                  </a:cubicBezTo>
                  <a:cubicBezTo>
                    <a:pt x="71931" y="141041"/>
                    <a:pt x="68820" y="143115"/>
                    <a:pt x="65709" y="142078"/>
                  </a:cubicBezTo>
                  <a:lnTo>
                    <a:pt x="28374" y="137929"/>
                  </a:lnTo>
                  <a:lnTo>
                    <a:pt x="19041" y="166968"/>
                  </a:lnTo>
                  <a:lnTo>
                    <a:pt x="51190" y="184597"/>
                  </a:lnTo>
                  <a:cubicBezTo>
                    <a:pt x="54301" y="186671"/>
                    <a:pt x="55338" y="189782"/>
                    <a:pt x="55338" y="192894"/>
                  </a:cubicBezTo>
                  <a:lnTo>
                    <a:pt x="54301" y="198079"/>
                  </a:lnTo>
                  <a:cubicBezTo>
                    <a:pt x="54301" y="198079"/>
                    <a:pt x="54301" y="200153"/>
                    <a:pt x="54301" y="200153"/>
                  </a:cubicBezTo>
                  <a:lnTo>
                    <a:pt x="54301" y="202227"/>
                  </a:lnTo>
                  <a:lnTo>
                    <a:pt x="46005" y="204302"/>
                  </a:lnTo>
                  <a:lnTo>
                    <a:pt x="54301" y="204302"/>
                  </a:lnTo>
                  <a:lnTo>
                    <a:pt x="54301" y="210524"/>
                  </a:lnTo>
                  <a:lnTo>
                    <a:pt x="46005" y="212598"/>
                  </a:lnTo>
                  <a:lnTo>
                    <a:pt x="54301" y="212598"/>
                  </a:lnTo>
                  <a:lnTo>
                    <a:pt x="54301" y="217783"/>
                  </a:lnTo>
                  <a:cubicBezTo>
                    <a:pt x="54301" y="217783"/>
                    <a:pt x="54301" y="219857"/>
                    <a:pt x="54301" y="219857"/>
                  </a:cubicBezTo>
                  <a:cubicBezTo>
                    <a:pt x="54301" y="221932"/>
                    <a:pt x="54301" y="222969"/>
                    <a:pt x="54301" y="225043"/>
                  </a:cubicBezTo>
                  <a:lnTo>
                    <a:pt x="54301" y="227117"/>
                  </a:lnTo>
                  <a:cubicBezTo>
                    <a:pt x="54301" y="230228"/>
                    <a:pt x="53264" y="235413"/>
                    <a:pt x="50153" y="236450"/>
                  </a:cubicBezTo>
                  <a:lnTo>
                    <a:pt x="18004" y="255118"/>
                  </a:lnTo>
                  <a:lnTo>
                    <a:pt x="27338" y="284156"/>
                  </a:lnTo>
                  <a:lnTo>
                    <a:pt x="64672" y="280007"/>
                  </a:lnTo>
                  <a:cubicBezTo>
                    <a:pt x="68820" y="280007"/>
                    <a:pt x="71931" y="281044"/>
                    <a:pt x="72969" y="285192"/>
                  </a:cubicBezTo>
                  <a:lnTo>
                    <a:pt x="74005" y="288303"/>
                  </a:lnTo>
                  <a:cubicBezTo>
                    <a:pt x="75042" y="290378"/>
                    <a:pt x="76080" y="292452"/>
                    <a:pt x="77116" y="293489"/>
                  </a:cubicBezTo>
                  <a:lnTo>
                    <a:pt x="70894" y="299711"/>
                  </a:lnTo>
                  <a:lnTo>
                    <a:pt x="78154" y="294526"/>
                  </a:lnTo>
                  <a:lnTo>
                    <a:pt x="81265" y="298674"/>
                  </a:lnTo>
                  <a:lnTo>
                    <a:pt x="76080" y="305934"/>
                  </a:lnTo>
                  <a:lnTo>
                    <a:pt x="83339" y="300748"/>
                  </a:lnTo>
                  <a:lnTo>
                    <a:pt x="85413" y="302823"/>
                  </a:lnTo>
                  <a:lnTo>
                    <a:pt x="87487" y="304897"/>
                  </a:lnTo>
                  <a:lnTo>
                    <a:pt x="93710" y="312156"/>
                  </a:lnTo>
                  <a:cubicBezTo>
                    <a:pt x="93710" y="312156"/>
                    <a:pt x="94747" y="313193"/>
                    <a:pt x="94747" y="313193"/>
                  </a:cubicBezTo>
                  <a:cubicBezTo>
                    <a:pt x="96821" y="315267"/>
                    <a:pt x="97858" y="319415"/>
                    <a:pt x="96821" y="322527"/>
                  </a:cubicBezTo>
                  <a:lnTo>
                    <a:pt x="81265" y="356750"/>
                  </a:lnTo>
                  <a:lnTo>
                    <a:pt x="106154" y="374380"/>
                  </a:lnTo>
                  <a:lnTo>
                    <a:pt x="134155" y="349490"/>
                  </a:lnTo>
                  <a:cubicBezTo>
                    <a:pt x="136229" y="347416"/>
                    <a:pt x="140378" y="346379"/>
                    <a:pt x="143489" y="348454"/>
                  </a:cubicBezTo>
                  <a:cubicBezTo>
                    <a:pt x="154896" y="353639"/>
                    <a:pt x="167341" y="357787"/>
                    <a:pt x="179786" y="359861"/>
                  </a:cubicBezTo>
                  <a:cubicBezTo>
                    <a:pt x="182897" y="360898"/>
                    <a:pt x="186008" y="362972"/>
                    <a:pt x="186008" y="366083"/>
                  </a:cubicBezTo>
                  <a:lnTo>
                    <a:pt x="194304" y="402380"/>
                  </a:lnTo>
                  <a:lnTo>
                    <a:pt x="225416" y="402380"/>
                  </a:lnTo>
                  <a:lnTo>
                    <a:pt x="232676" y="366083"/>
                  </a:lnTo>
                  <a:cubicBezTo>
                    <a:pt x="233713" y="362972"/>
                    <a:pt x="235787" y="359861"/>
                    <a:pt x="238899" y="359861"/>
                  </a:cubicBezTo>
                  <a:cubicBezTo>
                    <a:pt x="243047" y="358824"/>
                    <a:pt x="248232" y="360898"/>
                    <a:pt x="249269" y="365046"/>
                  </a:cubicBezTo>
                  <a:cubicBezTo>
                    <a:pt x="250306" y="368157"/>
                    <a:pt x="249269" y="370232"/>
                    <a:pt x="248232" y="372306"/>
                  </a:cubicBezTo>
                  <a:lnTo>
                    <a:pt x="239935" y="411714"/>
                  </a:lnTo>
                  <a:cubicBezTo>
                    <a:pt x="239935" y="416899"/>
                    <a:pt x="236824" y="420010"/>
                    <a:pt x="232676" y="420010"/>
                  </a:cubicBezTo>
                  <a:moveTo>
                    <a:pt x="331197" y="98521"/>
                  </a:moveTo>
                  <a:lnTo>
                    <a:pt x="331197" y="98521"/>
                  </a:lnTo>
                  <a:lnTo>
                    <a:pt x="331197" y="98521"/>
                  </a:lnTo>
                  <a:close/>
                </a:path>
              </a:pathLst>
            </a:custGeom>
            <a:grpFill/>
            <a:ln w="10368" cap="flat">
              <a:noFill/>
              <a:prstDash val="solid"/>
              <a:miter/>
            </a:ln>
          </p:spPr>
          <p:txBody>
            <a:bodyPr rtlCol="0" anchor="ctr"/>
            <a:lstStyle/>
            <a:p>
              <a:endParaRPr lang="en-US" dirty="0"/>
            </a:p>
          </p:txBody>
        </p:sp>
        <p:sp>
          <p:nvSpPr>
            <p:cNvPr id="28" name="Freeform: Shape 27">
              <a:extLst>
                <a:ext uri="{FF2B5EF4-FFF2-40B4-BE49-F238E27FC236}">
                  <a16:creationId xmlns:a16="http://schemas.microsoft.com/office/drawing/2014/main" id="{B8818856-E6BB-4B86-97C5-C2517647CAFB}"/>
                </a:ext>
              </a:extLst>
            </p:cNvPr>
            <p:cNvSpPr/>
            <p:nvPr/>
          </p:nvSpPr>
          <p:spPr>
            <a:xfrm>
              <a:off x="11626076" y="8210713"/>
              <a:ext cx="134818" cy="134818"/>
            </a:xfrm>
            <a:custGeom>
              <a:avLst/>
              <a:gdLst>
                <a:gd name="connsiteX0" fmla="*/ 67409 w 134818"/>
                <a:gd name="connsiteY0" fmla="*/ 134818 h 134818"/>
                <a:gd name="connsiteX1" fmla="*/ 0 w 134818"/>
                <a:gd name="connsiteY1" fmla="*/ 67409 h 134818"/>
                <a:gd name="connsiteX2" fmla="*/ 67409 w 134818"/>
                <a:gd name="connsiteY2" fmla="*/ 0 h 134818"/>
                <a:gd name="connsiteX3" fmla="*/ 134818 w 134818"/>
                <a:gd name="connsiteY3" fmla="*/ 67409 h 134818"/>
                <a:gd name="connsiteX4" fmla="*/ 67409 w 134818"/>
                <a:gd name="connsiteY4" fmla="*/ 134818 h 134818"/>
                <a:gd name="connsiteX5" fmla="*/ 67409 w 134818"/>
                <a:gd name="connsiteY5" fmla="*/ 16593 h 134818"/>
                <a:gd name="connsiteX6" fmla="*/ 16593 w 134818"/>
                <a:gd name="connsiteY6" fmla="*/ 67409 h 134818"/>
                <a:gd name="connsiteX7" fmla="*/ 67409 w 134818"/>
                <a:gd name="connsiteY7" fmla="*/ 118225 h 134818"/>
                <a:gd name="connsiteX8" fmla="*/ 118225 w 134818"/>
                <a:gd name="connsiteY8" fmla="*/ 67409 h 134818"/>
                <a:gd name="connsiteX9" fmla="*/ 67409 w 134818"/>
                <a:gd name="connsiteY9" fmla="*/ 16593 h 134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4818" h="134818">
                  <a:moveTo>
                    <a:pt x="67409" y="134818"/>
                  </a:moveTo>
                  <a:cubicBezTo>
                    <a:pt x="30074" y="134818"/>
                    <a:pt x="0" y="104743"/>
                    <a:pt x="0" y="67409"/>
                  </a:cubicBezTo>
                  <a:cubicBezTo>
                    <a:pt x="0" y="30075"/>
                    <a:pt x="30074" y="0"/>
                    <a:pt x="67409" y="0"/>
                  </a:cubicBezTo>
                  <a:cubicBezTo>
                    <a:pt x="104743" y="0"/>
                    <a:pt x="134818" y="30075"/>
                    <a:pt x="134818" y="67409"/>
                  </a:cubicBezTo>
                  <a:cubicBezTo>
                    <a:pt x="134818" y="103706"/>
                    <a:pt x="104743" y="134818"/>
                    <a:pt x="67409" y="134818"/>
                  </a:cubicBezTo>
                  <a:moveTo>
                    <a:pt x="67409" y="16593"/>
                  </a:moveTo>
                  <a:cubicBezTo>
                    <a:pt x="39408" y="16593"/>
                    <a:pt x="16593" y="39408"/>
                    <a:pt x="16593" y="67409"/>
                  </a:cubicBezTo>
                  <a:cubicBezTo>
                    <a:pt x="16593" y="95410"/>
                    <a:pt x="39408" y="118225"/>
                    <a:pt x="67409" y="118225"/>
                  </a:cubicBezTo>
                  <a:cubicBezTo>
                    <a:pt x="95410" y="118225"/>
                    <a:pt x="118225" y="95410"/>
                    <a:pt x="118225" y="67409"/>
                  </a:cubicBezTo>
                  <a:cubicBezTo>
                    <a:pt x="118225" y="39408"/>
                    <a:pt x="95410" y="16593"/>
                    <a:pt x="67409" y="16593"/>
                  </a:cubicBezTo>
                </a:path>
              </a:pathLst>
            </a:custGeom>
            <a:grpFill/>
            <a:ln w="10368" cap="flat">
              <a:noFill/>
              <a:prstDash val="solid"/>
              <a:miter/>
            </a:ln>
          </p:spPr>
          <p:txBody>
            <a:bodyPr rtlCol="0" anchor="ctr"/>
            <a:lstStyle/>
            <a:p>
              <a:endParaRPr lang="en-US" dirty="0"/>
            </a:p>
          </p:txBody>
        </p:sp>
        <p:sp>
          <p:nvSpPr>
            <p:cNvPr id="29" name="Freeform: Shape 28">
              <a:extLst>
                <a:ext uri="{FF2B5EF4-FFF2-40B4-BE49-F238E27FC236}">
                  <a16:creationId xmlns:a16="http://schemas.microsoft.com/office/drawing/2014/main" id="{36CEA570-6990-4FBE-B454-94F061E9DF91}"/>
                </a:ext>
              </a:extLst>
            </p:cNvPr>
            <p:cNvSpPr/>
            <p:nvPr/>
          </p:nvSpPr>
          <p:spPr>
            <a:xfrm>
              <a:off x="12024308" y="8154711"/>
              <a:ext cx="62224" cy="62224"/>
            </a:xfrm>
            <a:custGeom>
              <a:avLst/>
              <a:gdLst>
                <a:gd name="connsiteX0" fmla="*/ 33186 w 62223"/>
                <a:gd name="connsiteY0" fmla="*/ 66372 h 62223"/>
                <a:gd name="connsiteX1" fmla="*/ 0 w 62223"/>
                <a:gd name="connsiteY1" fmla="*/ 33186 h 62223"/>
                <a:gd name="connsiteX2" fmla="*/ 33186 w 62223"/>
                <a:gd name="connsiteY2" fmla="*/ 0 h 62223"/>
                <a:gd name="connsiteX3" fmla="*/ 66372 w 62223"/>
                <a:gd name="connsiteY3" fmla="*/ 33186 h 62223"/>
                <a:gd name="connsiteX4" fmla="*/ 33186 w 62223"/>
                <a:gd name="connsiteY4" fmla="*/ 66372 h 62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223" h="62223">
                  <a:moveTo>
                    <a:pt x="33186" y="66372"/>
                  </a:moveTo>
                  <a:cubicBezTo>
                    <a:pt x="14519" y="66372"/>
                    <a:pt x="0" y="51853"/>
                    <a:pt x="0" y="33186"/>
                  </a:cubicBezTo>
                  <a:cubicBezTo>
                    <a:pt x="0" y="14519"/>
                    <a:pt x="15556" y="0"/>
                    <a:pt x="33186" y="0"/>
                  </a:cubicBezTo>
                  <a:cubicBezTo>
                    <a:pt x="51853" y="0"/>
                    <a:pt x="66372" y="14519"/>
                    <a:pt x="66372" y="33186"/>
                  </a:cubicBezTo>
                  <a:cubicBezTo>
                    <a:pt x="66372" y="51853"/>
                    <a:pt x="51853" y="66372"/>
                    <a:pt x="33186" y="66372"/>
                  </a:cubicBezTo>
                </a:path>
              </a:pathLst>
            </a:custGeom>
            <a:grpFill/>
            <a:ln w="10368" cap="flat">
              <a:noFill/>
              <a:prstDash val="solid"/>
              <a:miter/>
            </a:ln>
          </p:spPr>
          <p:txBody>
            <a:bodyPr rtlCol="0" anchor="ctr"/>
            <a:lstStyle/>
            <a:p>
              <a:endParaRPr lang="en-US" dirty="0"/>
            </a:p>
          </p:txBody>
        </p:sp>
        <p:sp>
          <p:nvSpPr>
            <p:cNvPr id="30" name="Freeform: Shape 29">
              <a:extLst>
                <a:ext uri="{FF2B5EF4-FFF2-40B4-BE49-F238E27FC236}">
                  <a16:creationId xmlns:a16="http://schemas.microsoft.com/office/drawing/2014/main" id="{0D89CD96-65F7-4529-865E-43954B7D1F04}"/>
                </a:ext>
              </a:extLst>
            </p:cNvPr>
            <p:cNvSpPr/>
            <p:nvPr/>
          </p:nvSpPr>
          <p:spPr>
            <a:xfrm>
              <a:off x="11284863" y="7886112"/>
              <a:ext cx="798538" cy="798538"/>
            </a:xfrm>
            <a:custGeom>
              <a:avLst/>
              <a:gdLst>
                <a:gd name="connsiteX0" fmla="*/ 775742 w 798538"/>
                <a:gd name="connsiteY0" fmla="*/ 369194 h 798538"/>
                <a:gd name="connsiteX1" fmla="*/ 774705 w 798538"/>
                <a:gd name="connsiteY1" fmla="*/ 369194 h 798538"/>
                <a:gd name="connsiteX2" fmla="*/ 749815 w 798538"/>
                <a:gd name="connsiteY2" fmla="*/ 393046 h 798538"/>
                <a:gd name="connsiteX3" fmla="*/ 749815 w 798538"/>
                <a:gd name="connsiteY3" fmla="*/ 395121 h 798538"/>
                <a:gd name="connsiteX4" fmla="*/ 748779 w 798538"/>
                <a:gd name="connsiteY4" fmla="*/ 410677 h 798538"/>
                <a:gd name="connsiteX5" fmla="*/ 648183 w 798538"/>
                <a:gd name="connsiteY5" fmla="*/ 657498 h 798538"/>
                <a:gd name="connsiteX6" fmla="*/ 402399 w 798538"/>
                <a:gd name="connsiteY6" fmla="*/ 756019 h 798538"/>
                <a:gd name="connsiteX7" fmla="*/ 402399 w 798538"/>
                <a:gd name="connsiteY7" fmla="*/ 756019 h 798538"/>
                <a:gd name="connsiteX8" fmla="*/ 154542 w 798538"/>
                <a:gd name="connsiteY8" fmla="*/ 654386 h 798538"/>
                <a:gd name="connsiteX9" fmla="*/ 49798 w 798538"/>
                <a:gd name="connsiteY9" fmla="*/ 403417 h 798538"/>
                <a:gd name="connsiteX10" fmla="*/ 49798 w 798538"/>
                <a:gd name="connsiteY10" fmla="*/ 403417 h 798538"/>
                <a:gd name="connsiteX11" fmla="*/ 148319 w 798538"/>
                <a:gd name="connsiteY11" fmla="*/ 159707 h 798538"/>
                <a:gd name="connsiteX12" fmla="*/ 387881 w 798538"/>
                <a:gd name="connsiteY12" fmla="*/ 50816 h 798538"/>
                <a:gd name="connsiteX13" fmla="*/ 400326 w 798538"/>
                <a:gd name="connsiteY13" fmla="*/ 49779 h 798538"/>
                <a:gd name="connsiteX14" fmla="*/ 403437 w 798538"/>
                <a:gd name="connsiteY14" fmla="*/ 49779 h 798538"/>
                <a:gd name="connsiteX15" fmla="*/ 403437 w 798538"/>
                <a:gd name="connsiteY15" fmla="*/ 49779 h 798538"/>
                <a:gd name="connsiteX16" fmla="*/ 426252 w 798538"/>
                <a:gd name="connsiteY16" fmla="*/ 23852 h 798538"/>
                <a:gd name="connsiteX17" fmla="*/ 403437 w 798538"/>
                <a:gd name="connsiteY17" fmla="*/ 0 h 798538"/>
                <a:gd name="connsiteX18" fmla="*/ 403437 w 798538"/>
                <a:gd name="connsiteY18" fmla="*/ 0 h 798538"/>
                <a:gd name="connsiteX19" fmla="*/ 400326 w 798538"/>
                <a:gd name="connsiteY19" fmla="*/ 0 h 798538"/>
                <a:gd name="connsiteX20" fmla="*/ 385807 w 798538"/>
                <a:gd name="connsiteY20" fmla="*/ 1037 h 798538"/>
                <a:gd name="connsiteX21" fmla="*/ 112022 w 798538"/>
                <a:gd name="connsiteY21" fmla="*/ 124448 h 798538"/>
                <a:gd name="connsiteX22" fmla="*/ 19 w 798538"/>
                <a:gd name="connsiteY22" fmla="*/ 403417 h 798538"/>
                <a:gd name="connsiteX23" fmla="*/ 19 w 798538"/>
                <a:gd name="connsiteY23" fmla="*/ 403417 h 798538"/>
                <a:gd name="connsiteX24" fmla="*/ 120319 w 798538"/>
                <a:gd name="connsiteY24" fmla="*/ 690684 h 798538"/>
                <a:gd name="connsiteX25" fmla="*/ 402399 w 798538"/>
                <a:gd name="connsiteY25" fmla="*/ 806835 h 798538"/>
                <a:gd name="connsiteX26" fmla="*/ 404474 w 798538"/>
                <a:gd name="connsiteY26" fmla="*/ 806835 h 798538"/>
                <a:gd name="connsiteX27" fmla="*/ 404474 w 798538"/>
                <a:gd name="connsiteY27" fmla="*/ 806835 h 798538"/>
                <a:gd name="connsiteX28" fmla="*/ 555885 w 798538"/>
                <a:gd name="connsiteY28" fmla="*/ 777797 h 798538"/>
                <a:gd name="connsiteX29" fmla="*/ 685518 w 798538"/>
                <a:gd name="connsiteY29" fmla="*/ 692758 h 798538"/>
                <a:gd name="connsiteX30" fmla="*/ 770557 w 798538"/>
                <a:gd name="connsiteY30" fmla="*/ 563125 h 798538"/>
                <a:gd name="connsiteX31" fmla="*/ 801669 w 798538"/>
                <a:gd name="connsiteY31" fmla="*/ 412751 h 798538"/>
                <a:gd name="connsiteX32" fmla="*/ 802706 w 798538"/>
                <a:gd name="connsiteY32" fmla="*/ 395121 h 798538"/>
                <a:gd name="connsiteX33" fmla="*/ 802706 w 798538"/>
                <a:gd name="connsiteY33" fmla="*/ 393046 h 798538"/>
                <a:gd name="connsiteX34" fmla="*/ 775742 w 798538"/>
                <a:gd name="connsiteY34" fmla="*/ 369194 h 798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98538" h="798538">
                  <a:moveTo>
                    <a:pt x="775742" y="369194"/>
                  </a:moveTo>
                  <a:cubicBezTo>
                    <a:pt x="775742" y="369194"/>
                    <a:pt x="774705" y="369194"/>
                    <a:pt x="774705" y="369194"/>
                  </a:cubicBezTo>
                  <a:cubicBezTo>
                    <a:pt x="761223" y="369194"/>
                    <a:pt x="749815" y="379565"/>
                    <a:pt x="749815" y="393046"/>
                  </a:cubicBezTo>
                  <a:lnTo>
                    <a:pt x="749815" y="395121"/>
                  </a:lnTo>
                  <a:cubicBezTo>
                    <a:pt x="749815" y="405491"/>
                    <a:pt x="748779" y="410677"/>
                    <a:pt x="748779" y="410677"/>
                  </a:cubicBezTo>
                  <a:cubicBezTo>
                    <a:pt x="746704" y="501938"/>
                    <a:pt x="712481" y="593200"/>
                    <a:pt x="648183" y="657498"/>
                  </a:cubicBezTo>
                  <a:cubicBezTo>
                    <a:pt x="584923" y="721796"/>
                    <a:pt x="493661" y="757056"/>
                    <a:pt x="402399" y="756019"/>
                  </a:cubicBezTo>
                  <a:lnTo>
                    <a:pt x="402399" y="756019"/>
                  </a:lnTo>
                  <a:cubicBezTo>
                    <a:pt x="310101" y="756019"/>
                    <a:pt x="219876" y="718685"/>
                    <a:pt x="154542" y="654386"/>
                  </a:cubicBezTo>
                  <a:cubicBezTo>
                    <a:pt x="87133" y="589052"/>
                    <a:pt x="48761" y="496753"/>
                    <a:pt x="49798" y="403417"/>
                  </a:cubicBezTo>
                  <a:lnTo>
                    <a:pt x="49798" y="403417"/>
                  </a:lnTo>
                  <a:cubicBezTo>
                    <a:pt x="49798" y="313193"/>
                    <a:pt x="86095" y="224005"/>
                    <a:pt x="148319" y="159707"/>
                  </a:cubicBezTo>
                  <a:cubicBezTo>
                    <a:pt x="210543" y="94372"/>
                    <a:pt x="297656" y="54964"/>
                    <a:pt x="387881" y="50816"/>
                  </a:cubicBezTo>
                  <a:cubicBezTo>
                    <a:pt x="392029" y="50816"/>
                    <a:pt x="396177" y="50816"/>
                    <a:pt x="400326" y="49779"/>
                  </a:cubicBezTo>
                  <a:lnTo>
                    <a:pt x="403437" y="49779"/>
                  </a:lnTo>
                  <a:lnTo>
                    <a:pt x="403437" y="49779"/>
                  </a:lnTo>
                  <a:cubicBezTo>
                    <a:pt x="416918" y="48742"/>
                    <a:pt x="427289" y="37334"/>
                    <a:pt x="426252" y="23852"/>
                  </a:cubicBezTo>
                  <a:cubicBezTo>
                    <a:pt x="425215" y="11407"/>
                    <a:pt x="415882" y="1037"/>
                    <a:pt x="403437" y="0"/>
                  </a:cubicBezTo>
                  <a:lnTo>
                    <a:pt x="403437" y="0"/>
                  </a:lnTo>
                  <a:cubicBezTo>
                    <a:pt x="401362" y="0"/>
                    <a:pt x="400326" y="0"/>
                    <a:pt x="400326" y="0"/>
                  </a:cubicBezTo>
                  <a:cubicBezTo>
                    <a:pt x="395140" y="0"/>
                    <a:pt x="390992" y="0"/>
                    <a:pt x="385807" y="1037"/>
                  </a:cubicBezTo>
                  <a:cubicBezTo>
                    <a:pt x="283137" y="5185"/>
                    <a:pt x="182542" y="50816"/>
                    <a:pt x="112022" y="124448"/>
                  </a:cubicBezTo>
                  <a:cubicBezTo>
                    <a:pt x="40465" y="198079"/>
                    <a:pt x="-1018" y="300748"/>
                    <a:pt x="19" y="403417"/>
                  </a:cubicBezTo>
                  <a:lnTo>
                    <a:pt x="19" y="403417"/>
                  </a:lnTo>
                  <a:cubicBezTo>
                    <a:pt x="19" y="510235"/>
                    <a:pt x="43576" y="616015"/>
                    <a:pt x="120319" y="690684"/>
                  </a:cubicBezTo>
                  <a:cubicBezTo>
                    <a:pt x="193950" y="764316"/>
                    <a:pt x="297656" y="806835"/>
                    <a:pt x="402399" y="806835"/>
                  </a:cubicBezTo>
                  <a:lnTo>
                    <a:pt x="404474" y="806835"/>
                  </a:lnTo>
                  <a:lnTo>
                    <a:pt x="404474" y="806835"/>
                  </a:lnTo>
                  <a:cubicBezTo>
                    <a:pt x="456327" y="806835"/>
                    <a:pt x="508180" y="797501"/>
                    <a:pt x="555885" y="777797"/>
                  </a:cubicBezTo>
                  <a:cubicBezTo>
                    <a:pt x="604627" y="759130"/>
                    <a:pt x="649221" y="730092"/>
                    <a:pt x="685518" y="692758"/>
                  </a:cubicBezTo>
                  <a:cubicBezTo>
                    <a:pt x="722852" y="655424"/>
                    <a:pt x="750853" y="610830"/>
                    <a:pt x="770557" y="563125"/>
                  </a:cubicBezTo>
                  <a:cubicBezTo>
                    <a:pt x="790261" y="515420"/>
                    <a:pt x="799595" y="463567"/>
                    <a:pt x="801669" y="412751"/>
                  </a:cubicBezTo>
                  <a:cubicBezTo>
                    <a:pt x="801669" y="412751"/>
                    <a:pt x="801669" y="406529"/>
                    <a:pt x="802706" y="395121"/>
                  </a:cubicBezTo>
                  <a:lnTo>
                    <a:pt x="802706" y="393046"/>
                  </a:lnTo>
                  <a:cubicBezTo>
                    <a:pt x="799595" y="380602"/>
                    <a:pt x="789224" y="370232"/>
                    <a:pt x="775742" y="369194"/>
                  </a:cubicBezTo>
                </a:path>
              </a:pathLst>
            </a:custGeom>
            <a:grpFill/>
            <a:ln w="10368" cap="flat">
              <a:noFill/>
              <a:prstDash val="solid"/>
              <a:miter/>
            </a:ln>
          </p:spPr>
          <p:txBody>
            <a:bodyPr rtlCol="0" anchor="ctr"/>
            <a:lstStyle/>
            <a:p>
              <a:endParaRPr lang="en-US" dirty="0"/>
            </a:p>
          </p:txBody>
        </p:sp>
      </p:grpSp>
      <p:graphicFrame>
        <p:nvGraphicFramePr>
          <p:cNvPr id="3" name="Table 7">
            <a:extLst>
              <a:ext uri="{FF2B5EF4-FFF2-40B4-BE49-F238E27FC236}">
                <a16:creationId xmlns:a16="http://schemas.microsoft.com/office/drawing/2014/main" id="{979A6EC9-CC1E-3625-E0C4-03ED9788E877}"/>
              </a:ext>
            </a:extLst>
          </p:cNvPr>
          <p:cNvGraphicFramePr>
            <a:graphicFrameLocks noGrp="1"/>
          </p:cNvGraphicFramePr>
          <p:nvPr>
            <p:extLst>
              <p:ext uri="{D42A27DB-BD31-4B8C-83A1-F6EECF244321}">
                <p14:modId xmlns:p14="http://schemas.microsoft.com/office/powerpoint/2010/main" val="351130539"/>
              </p:ext>
            </p:extLst>
          </p:nvPr>
        </p:nvGraphicFramePr>
        <p:xfrm>
          <a:off x="344361" y="1413342"/>
          <a:ext cx="5648400" cy="4575261"/>
        </p:xfrm>
        <a:graphic>
          <a:graphicData uri="http://schemas.openxmlformats.org/drawingml/2006/table">
            <a:tbl>
              <a:tblPr firstRow="1" bandRow="1">
                <a:tableStyleId>{912C8C85-51F0-491E-9774-3900AFEF0FD7}</a:tableStyleId>
              </a:tblPr>
              <a:tblGrid>
                <a:gridCol w="5648400">
                  <a:extLst>
                    <a:ext uri="{9D8B030D-6E8A-4147-A177-3AD203B41FA5}">
                      <a16:colId xmlns:a16="http://schemas.microsoft.com/office/drawing/2014/main" val="1531515678"/>
                    </a:ext>
                  </a:extLst>
                </a:gridCol>
              </a:tblGrid>
              <a:tr h="588798">
                <a:tc>
                  <a:txBody>
                    <a:bodyPr/>
                    <a:lstStyle/>
                    <a:p>
                      <a:pPr algn="ctr"/>
                      <a:r>
                        <a:rPr lang="en-GB" dirty="0"/>
                        <a:t>Service providers</a:t>
                      </a:r>
                      <a:endParaRPr lang="en-US" dirty="0"/>
                    </a:p>
                  </a:txBody>
                  <a:tcPr marL="137160" marR="137160" marT="137160" marB="137160">
                    <a:lnL w="38100" cap="flat" cmpd="sng" algn="ctr">
                      <a:noFill/>
                      <a:prstDash val="solid"/>
                      <a:round/>
                      <a:headEnd type="none" w="med" len="med"/>
                      <a:tailEnd type="none" w="med" len="med"/>
                    </a:lnL>
                    <a:lnR w="38100" cap="flat" cmpd="sng" algn="ctr">
                      <a:noFill/>
                      <a:prstDash val="solid"/>
                      <a:round/>
                      <a:headEnd type="none" w="med" len="med"/>
                      <a:tailEnd type="none" w="med" len="med"/>
                    </a:lnR>
                    <a:lnT w="38100" cap="flat" cmpd="sng" algn="ctr">
                      <a:noFill/>
                      <a:prstDash val="solid"/>
                      <a:round/>
                      <a:headEnd type="none" w="med" len="med"/>
                      <a:tailEnd type="none" w="med" len="med"/>
                    </a:lnT>
                    <a:lnB w="6350" cap="flat" cmpd="sng" algn="ctr">
                      <a:noFill/>
                      <a:prstDash val="solid"/>
                      <a:miter lim="800000"/>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4177668362"/>
                  </a:ext>
                </a:extLst>
              </a:tr>
              <a:tr h="3986463">
                <a:tc>
                  <a:txBody>
                    <a:bodyPr/>
                    <a:lstStyle/>
                    <a:p>
                      <a:pPr marL="216000" indent="-216000" algn="l" defTabSz="914400" rtl="0" eaLnBrk="1" latinLnBrk="0" hangingPunct="1">
                        <a:lnSpc>
                          <a:spcPct val="100000"/>
                        </a:lnSpc>
                        <a:spcBef>
                          <a:spcPts val="600"/>
                        </a:spcBef>
                        <a:spcAft>
                          <a:spcPts val="400"/>
                        </a:spcAft>
                        <a:buClr>
                          <a:schemeClr val="accent1"/>
                        </a:buClr>
                        <a:buSzPct val="100000"/>
                        <a:buFont typeface="Calibri" panose="020F0502020204030204" pitchFamily="34" charset="0"/>
                        <a:buChar char="•"/>
                      </a:pPr>
                      <a:r>
                        <a:rPr lang="en-US" sz="1400" b="1" kern="1200" dirty="0">
                          <a:solidFill>
                            <a:schemeClr val="tx1"/>
                          </a:solidFill>
                          <a:latin typeface="+mn-lt"/>
                          <a:ea typeface="+mn-ea"/>
                          <a:cs typeface="+mn-cs"/>
                        </a:rPr>
                        <a:t>All CSPs should be using </a:t>
                      </a:r>
                      <a:r>
                        <a:rPr lang="en-US" sz="1400" b="1" kern="1200" dirty="0" err="1">
                          <a:solidFill>
                            <a:schemeClr val="tx1"/>
                          </a:solidFill>
                          <a:latin typeface="+mn-lt"/>
                          <a:ea typeface="+mn-ea"/>
                          <a:cs typeface="+mn-cs"/>
                        </a:rPr>
                        <a:t>GenAI</a:t>
                      </a:r>
                      <a:r>
                        <a:rPr lang="en-US" sz="1400" b="1" kern="1200" dirty="0">
                          <a:solidFill>
                            <a:schemeClr val="tx1"/>
                          </a:solidFill>
                          <a:latin typeface="+mn-lt"/>
                          <a:ea typeface="+mn-ea"/>
                          <a:cs typeface="+mn-cs"/>
                        </a:rPr>
                        <a:t> to improve operational efficiencies. </a:t>
                      </a:r>
                      <a:r>
                        <a:rPr lang="en-US" sz="1400" b="0" kern="1200" dirty="0">
                          <a:solidFill>
                            <a:schemeClr val="tx1"/>
                          </a:solidFill>
                          <a:latin typeface="+mn-lt"/>
                          <a:ea typeface="+mn-ea"/>
                          <a:cs typeface="+mn-cs"/>
                        </a:rPr>
                        <a:t>The technologies—though not perfect—have now proven their worth, and the lessons learned today will pay dividends in the future. Those that wait risk being left behind.</a:t>
                      </a:r>
                    </a:p>
                    <a:p>
                      <a:pPr marL="216000" indent="-216000" algn="l" defTabSz="914400" rtl="0" eaLnBrk="1" latinLnBrk="0" hangingPunct="1">
                        <a:lnSpc>
                          <a:spcPct val="100000"/>
                        </a:lnSpc>
                        <a:spcBef>
                          <a:spcPts val="600"/>
                        </a:spcBef>
                        <a:spcAft>
                          <a:spcPts val="400"/>
                        </a:spcAft>
                        <a:buClr>
                          <a:schemeClr val="accent1"/>
                        </a:buClr>
                        <a:buSzPct val="100000"/>
                        <a:buFont typeface="Calibri" panose="020F0502020204030204" pitchFamily="34" charset="0"/>
                        <a:buChar char="•"/>
                      </a:pPr>
                      <a:r>
                        <a:rPr lang="en-US" sz="1400" b="1" kern="1200" dirty="0">
                          <a:solidFill>
                            <a:schemeClr val="tx1"/>
                          </a:solidFill>
                          <a:latin typeface="+mn-lt"/>
                          <a:ea typeface="+mn-ea"/>
                          <a:cs typeface="+mn-cs"/>
                        </a:rPr>
                        <a:t>CSPs should use AI to automate as many network operational processes as they can, but be realistic about what is most feasible. </a:t>
                      </a:r>
                      <a:r>
                        <a:rPr lang="en-US" sz="1400" b="0" kern="1200" dirty="0">
                          <a:solidFill>
                            <a:schemeClr val="tx1"/>
                          </a:solidFill>
                          <a:latin typeface="+mn-lt"/>
                          <a:ea typeface="+mn-ea"/>
                          <a:cs typeface="+mn-cs"/>
                        </a:rPr>
                        <a:t>Closed-loop operation does not necessarily make sense in the near term for every process. Asking their vendors to provide explainability in their solutions will help build confidence among operations staff. </a:t>
                      </a:r>
                    </a:p>
                    <a:p>
                      <a:pPr marL="216000" indent="-216000" algn="l" defTabSz="914400" rtl="0" eaLnBrk="1" latinLnBrk="0" hangingPunct="1">
                        <a:lnSpc>
                          <a:spcPct val="100000"/>
                        </a:lnSpc>
                        <a:spcBef>
                          <a:spcPts val="600"/>
                        </a:spcBef>
                        <a:spcAft>
                          <a:spcPts val="400"/>
                        </a:spcAft>
                        <a:buClr>
                          <a:schemeClr val="accent1"/>
                        </a:buClr>
                        <a:buSzPct val="100000"/>
                        <a:buFont typeface="Calibri" panose="020F0502020204030204" pitchFamily="34" charset="0"/>
                        <a:buChar char="•"/>
                      </a:pPr>
                      <a:r>
                        <a:rPr lang="en-US" sz="1400" b="1" kern="1200" dirty="0"/>
                        <a:t>Getting the data in top shape should be job number one</a:t>
                      </a:r>
                      <a:r>
                        <a:rPr lang="en-US" sz="1400" b="0" kern="1200" dirty="0"/>
                        <a:t>. CSPs should then start the conversations necessary to get support for data sharing across various groups within the organization. Building trust will take time, so the sooner this process starts, the better.</a:t>
                      </a:r>
                    </a:p>
                  </a:txBody>
                  <a:tcPr marL="36000" marR="137160" marT="137160" marB="137160">
                    <a:lnL w="38100" cap="flat" cmpd="sng" algn="ctr">
                      <a:noFill/>
                      <a:prstDash val="solid"/>
                      <a:round/>
                      <a:headEnd type="none" w="med" len="med"/>
                      <a:tailEnd type="none" w="med" len="med"/>
                    </a:lnL>
                    <a:lnR w="38100" cap="flat" cmpd="sng" algn="ctr">
                      <a:noFill/>
                      <a:prstDash val="solid"/>
                      <a:round/>
                      <a:headEnd type="none" w="med" len="med"/>
                      <a:tailEnd type="none" w="med" len="med"/>
                    </a:lnR>
                    <a:lnT w="6350" cap="flat" cmpd="sng" algn="ctr">
                      <a:noFill/>
                      <a:prstDash val="solid"/>
                      <a:miter lim="800000"/>
                    </a:lnT>
                    <a:lnB w="38100" cap="flat" cmpd="sng" algn="ctr">
                      <a:noFill/>
                      <a:prstDash val="solid"/>
                      <a:round/>
                      <a:headEnd type="none" w="med" len="med"/>
                      <a:tailEnd type="none" w="med" len="med"/>
                    </a:lnB>
                  </a:tcPr>
                </a:tc>
                <a:extLst>
                  <a:ext uri="{0D108BD9-81ED-4DB2-BD59-A6C34878D82A}">
                    <a16:rowId xmlns:a16="http://schemas.microsoft.com/office/drawing/2014/main" val="2718690867"/>
                  </a:ext>
                </a:extLst>
              </a:tr>
            </a:tbl>
          </a:graphicData>
        </a:graphic>
      </p:graphicFrame>
      <p:grpSp>
        <p:nvGrpSpPr>
          <p:cNvPr id="4" name="Group 3">
            <a:extLst>
              <a:ext uri="{FF2B5EF4-FFF2-40B4-BE49-F238E27FC236}">
                <a16:creationId xmlns:a16="http://schemas.microsoft.com/office/drawing/2014/main" id="{A2165214-EA3C-0CD4-0D32-90148058DF40}"/>
              </a:ext>
            </a:extLst>
          </p:cNvPr>
          <p:cNvGrpSpPr/>
          <p:nvPr/>
        </p:nvGrpSpPr>
        <p:grpSpPr>
          <a:xfrm>
            <a:off x="342251" y="1422315"/>
            <a:ext cx="540284" cy="538174"/>
            <a:chOff x="11284863" y="7886112"/>
            <a:chExt cx="801669" cy="798538"/>
          </a:xfrm>
          <a:solidFill>
            <a:schemeClr val="bg1"/>
          </a:solidFill>
        </p:grpSpPr>
        <p:sp>
          <p:nvSpPr>
            <p:cNvPr id="5" name="Freeform: Shape 4">
              <a:extLst>
                <a:ext uri="{FF2B5EF4-FFF2-40B4-BE49-F238E27FC236}">
                  <a16:creationId xmlns:a16="http://schemas.microsoft.com/office/drawing/2014/main" id="{685FCA91-5B2D-8D13-7116-92DB7DA7AAEF}"/>
                </a:ext>
              </a:extLst>
            </p:cNvPr>
            <p:cNvSpPr/>
            <p:nvPr/>
          </p:nvSpPr>
          <p:spPr>
            <a:xfrm>
              <a:off x="11482588" y="8068635"/>
              <a:ext cx="414825" cy="414825"/>
            </a:xfrm>
            <a:custGeom>
              <a:avLst/>
              <a:gdLst>
                <a:gd name="connsiteX0" fmla="*/ 232676 w 414825"/>
                <a:gd name="connsiteY0" fmla="*/ 420010 h 414825"/>
                <a:gd name="connsiteX1" fmla="*/ 188082 w 414825"/>
                <a:gd name="connsiteY1" fmla="*/ 420010 h 414825"/>
                <a:gd name="connsiteX2" fmla="*/ 179786 w 414825"/>
                <a:gd name="connsiteY2" fmla="*/ 413788 h 414825"/>
                <a:gd name="connsiteX3" fmla="*/ 171490 w 414825"/>
                <a:gd name="connsiteY3" fmla="*/ 376454 h 414825"/>
                <a:gd name="connsiteX4" fmla="*/ 142451 w 414825"/>
                <a:gd name="connsiteY4" fmla="*/ 367121 h 414825"/>
                <a:gd name="connsiteX5" fmla="*/ 113414 w 414825"/>
                <a:gd name="connsiteY5" fmla="*/ 393047 h 414825"/>
                <a:gd name="connsiteX6" fmla="*/ 103043 w 414825"/>
                <a:gd name="connsiteY6" fmla="*/ 394084 h 414825"/>
                <a:gd name="connsiteX7" fmla="*/ 66746 w 414825"/>
                <a:gd name="connsiteY7" fmla="*/ 368157 h 414825"/>
                <a:gd name="connsiteX8" fmla="*/ 63635 w 414825"/>
                <a:gd name="connsiteY8" fmla="*/ 357787 h 414825"/>
                <a:gd name="connsiteX9" fmla="*/ 79191 w 414825"/>
                <a:gd name="connsiteY9" fmla="*/ 322527 h 414825"/>
                <a:gd name="connsiteX10" fmla="*/ 76080 w 414825"/>
                <a:gd name="connsiteY10" fmla="*/ 318378 h 414825"/>
                <a:gd name="connsiteX11" fmla="*/ 74005 w 414825"/>
                <a:gd name="connsiteY11" fmla="*/ 316304 h 414825"/>
                <a:gd name="connsiteX12" fmla="*/ 70894 w 414825"/>
                <a:gd name="connsiteY12" fmla="*/ 312156 h 414825"/>
                <a:gd name="connsiteX13" fmla="*/ 76080 w 414825"/>
                <a:gd name="connsiteY13" fmla="*/ 304897 h 414825"/>
                <a:gd name="connsiteX14" fmla="*/ 69857 w 414825"/>
                <a:gd name="connsiteY14" fmla="*/ 310082 h 414825"/>
                <a:gd name="connsiteX15" fmla="*/ 65709 w 414825"/>
                <a:gd name="connsiteY15" fmla="*/ 304897 h 414825"/>
                <a:gd name="connsiteX16" fmla="*/ 64672 w 414825"/>
                <a:gd name="connsiteY16" fmla="*/ 302823 h 414825"/>
                <a:gd name="connsiteX17" fmla="*/ 61561 w 414825"/>
                <a:gd name="connsiteY17" fmla="*/ 298674 h 414825"/>
                <a:gd name="connsiteX18" fmla="*/ 23189 w 414825"/>
                <a:gd name="connsiteY18" fmla="*/ 302823 h 414825"/>
                <a:gd name="connsiteX19" fmla="*/ 13856 w 414825"/>
                <a:gd name="connsiteY19" fmla="*/ 296600 h 414825"/>
                <a:gd name="connsiteX20" fmla="*/ 374 w 414825"/>
                <a:gd name="connsiteY20" fmla="*/ 255118 h 414825"/>
                <a:gd name="connsiteX21" fmla="*/ 4522 w 414825"/>
                <a:gd name="connsiteY21" fmla="*/ 244747 h 414825"/>
                <a:gd name="connsiteX22" fmla="*/ 38745 w 414825"/>
                <a:gd name="connsiteY22" fmla="*/ 225043 h 414825"/>
                <a:gd name="connsiteX23" fmla="*/ 38745 w 414825"/>
                <a:gd name="connsiteY23" fmla="*/ 220894 h 414825"/>
                <a:gd name="connsiteX24" fmla="*/ 38745 w 414825"/>
                <a:gd name="connsiteY24" fmla="*/ 217783 h 414825"/>
                <a:gd name="connsiteX25" fmla="*/ 38745 w 414825"/>
                <a:gd name="connsiteY25" fmla="*/ 211561 h 414825"/>
                <a:gd name="connsiteX26" fmla="*/ 38745 w 414825"/>
                <a:gd name="connsiteY26" fmla="*/ 209487 h 414825"/>
                <a:gd name="connsiteX27" fmla="*/ 39782 w 414825"/>
                <a:gd name="connsiteY27" fmla="*/ 197042 h 414825"/>
                <a:gd name="connsiteX28" fmla="*/ 39782 w 414825"/>
                <a:gd name="connsiteY28" fmla="*/ 194968 h 414825"/>
                <a:gd name="connsiteX29" fmla="*/ 6596 w 414825"/>
                <a:gd name="connsiteY29" fmla="*/ 176301 h 414825"/>
                <a:gd name="connsiteX30" fmla="*/ 2448 w 414825"/>
                <a:gd name="connsiteY30" fmla="*/ 165930 h 414825"/>
                <a:gd name="connsiteX31" fmla="*/ 15930 w 414825"/>
                <a:gd name="connsiteY31" fmla="*/ 124448 h 414825"/>
                <a:gd name="connsiteX32" fmla="*/ 24227 w 414825"/>
                <a:gd name="connsiteY32" fmla="*/ 118225 h 414825"/>
                <a:gd name="connsiteX33" fmla="*/ 63635 w 414825"/>
                <a:gd name="connsiteY33" fmla="*/ 122373 h 414825"/>
                <a:gd name="connsiteX34" fmla="*/ 82302 w 414825"/>
                <a:gd name="connsiteY34" fmla="*/ 97484 h 414825"/>
                <a:gd name="connsiteX35" fmla="*/ 66746 w 414825"/>
                <a:gd name="connsiteY35" fmla="*/ 63261 h 414825"/>
                <a:gd name="connsiteX36" fmla="*/ 69857 w 414825"/>
                <a:gd name="connsiteY36" fmla="*/ 52891 h 414825"/>
                <a:gd name="connsiteX37" fmla="*/ 106154 w 414825"/>
                <a:gd name="connsiteY37" fmla="*/ 26964 h 414825"/>
                <a:gd name="connsiteX38" fmla="*/ 116525 w 414825"/>
                <a:gd name="connsiteY38" fmla="*/ 26964 h 414825"/>
                <a:gd name="connsiteX39" fmla="*/ 145563 w 414825"/>
                <a:gd name="connsiteY39" fmla="*/ 52891 h 414825"/>
                <a:gd name="connsiteX40" fmla="*/ 148674 w 414825"/>
                <a:gd name="connsiteY40" fmla="*/ 51853 h 414825"/>
                <a:gd name="connsiteX41" fmla="*/ 155934 w 414825"/>
                <a:gd name="connsiteY41" fmla="*/ 48742 h 414825"/>
                <a:gd name="connsiteX42" fmla="*/ 160082 w 414825"/>
                <a:gd name="connsiteY42" fmla="*/ 47705 h 414825"/>
                <a:gd name="connsiteX43" fmla="*/ 168378 w 414825"/>
                <a:gd name="connsiteY43" fmla="*/ 45631 h 414825"/>
                <a:gd name="connsiteX44" fmla="*/ 171490 w 414825"/>
                <a:gd name="connsiteY44" fmla="*/ 44594 h 414825"/>
                <a:gd name="connsiteX45" fmla="*/ 174601 w 414825"/>
                <a:gd name="connsiteY45" fmla="*/ 43557 h 414825"/>
                <a:gd name="connsiteX46" fmla="*/ 181860 w 414825"/>
                <a:gd name="connsiteY46" fmla="*/ 6223 h 414825"/>
                <a:gd name="connsiteX47" fmla="*/ 190157 w 414825"/>
                <a:gd name="connsiteY47" fmla="*/ 0 h 414825"/>
                <a:gd name="connsiteX48" fmla="*/ 234750 w 414825"/>
                <a:gd name="connsiteY48" fmla="*/ 0 h 414825"/>
                <a:gd name="connsiteX49" fmla="*/ 243047 w 414825"/>
                <a:gd name="connsiteY49" fmla="*/ 6223 h 414825"/>
                <a:gd name="connsiteX50" fmla="*/ 251343 w 414825"/>
                <a:gd name="connsiteY50" fmla="*/ 43557 h 414825"/>
                <a:gd name="connsiteX51" fmla="*/ 280381 w 414825"/>
                <a:gd name="connsiteY51" fmla="*/ 52891 h 414825"/>
                <a:gd name="connsiteX52" fmla="*/ 309419 w 414825"/>
                <a:gd name="connsiteY52" fmla="*/ 26964 h 414825"/>
                <a:gd name="connsiteX53" fmla="*/ 319789 w 414825"/>
                <a:gd name="connsiteY53" fmla="*/ 25927 h 414825"/>
                <a:gd name="connsiteX54" fmla="*/ 356087 w 414825"/>
                <a:gd name="connsiteY54" fmla="*/ 51853 h 414825"/>
                <a:gd name="connsiteX55" fmla="*/ 359198 w 414825"/>
                <a:gd name="connsiteY55" fmla="*/ 62224 h 414825"/>
                <a:gd name="connsiteX56" fmla="*/ 343642 w 414825"/>
                <a:gd name="connsiteY56" fmla="*/ 97484 h 414825"/>
                <a:gd name="connsiteX57" fmla="*/ 344679 w 414825"/>
                <a:gd name="connsiteY57" fmla="*/ 99558 h 414825"/>
                <a:gd name="connsiteX58" fmla="*/ 348827 w 414825"/>
                <a:gd name="connsiteY58" fmla="*/ 104744 h 414825"/>
                <a:gd name="connsiteX59" fmla="*/ 351938 w 414825"/>
                <a:gd name="connsiteY59" fmla="*/ 108892 h 414825"/>
                <a:gd name="connsiteX60" fmla="*/ 346753 w 414825"/>
                <a:gd name="connsiteY60" fmla="*/ 116151 h 414825"/>
                <a:gd name="connsiteX61" fmla="*/ 354012 w 414825"/>
                <a:gd name="connsiteY61" fmla="*/ 110966 h 414825"/>
                <a:gd name="connsiteX62" fmla="*/ 357123 w 414825"/>
                <a:gd name="connsiteY62" fmla="*/ 116151 h 414825"/>
                <a:gd name="connsiteX63" fmla="*/ 358161 w 414825"/>
                <a:gd name="connsiteY63" fmla="*/ 118225 h 414825"/>
                <a:gd name="connsiteX64" fmla="*/ 361272 w 414825"/>
                <a:gd name="connsiteY64" fmla="*/ 122373 h 414825"/>
                <a:gd name="connsiteX65" fmla="*/ 399643 w 414825"/>
                <a:gd name="connsiteY65" fmla="*/ 118225 h 414825"/>
                <a:gd name="connsiteX66" fmla="*/ 408977 w 414825"/>
                <a:gd name="connsiteY66" fmla="*/ 124448 h 414825"/>
                <a:gd name="connsiteX67" fmla="*/ 422458 w 414825"/>
                <a:gd name="connsiteY67" fmla="*/ 165930 h 414825"/>
                <a:gd name="connsiteX68" fmla="*/ 418310 w 414825"/>
                <a:gd name="connsiteY68" fmla="*/ 176301 h 414825"/>
                <a:gd name="connsiteX69" fmla="*/ 384087 w 414825"/>
                <a:gd name="connsiteY69" fmla="*/ 196005 h 414825"/>
                <a:gd name="connsiteX70" fmla="*/ 384087 w 414825"/>
                <a:gd name="connsiteY70" fmla="*/ 200153 h 414825"/>
                <a:gd name="connsiteX71" fmla="*/ 375790 w 414825"/>
                <a:gd name="connsiteY71" fmla="*/ 203265 h 414825"/>
                <a:gd name="connsiteX72" fmla="*/ 384087 w 414825"/>
                <a:gd name="connsiteY72" fmla="*/ 203265 h 414825"/>
                <a:gd name="connsiteX73" fmla="*/ 384087 w 414825"/>
                <a:gd name="connsiteY73" fmla="*/ 209487 h 414825"/>
                <a:gd name="connsiteX74" fmla="*/ 384087 w 414825"/>
                <a:gd name="connsiteY74" fmla="*/ 211561 h 414825"/>
                <a:gd name="connsiteX75" fmla="*/ 384087 w 414825"/>
                <a:gd name="connsiteY75" fmla="*/ 216746 h 414825"/>
                <a:gd name="connsiteX76" fmla="*/ 384087 w 414825"/>
                <a:gd name="connsiteY76" fmla="*/ 219857 h 414825"/>
                <a:gd name="connsiteX77" fmla="*/ 384087 w 414825"/>
                <a:gd name="connsiteY77" fmla="*/ 226080 h 414825"/>
                <a:gd name="connsiteX78" fmla="*/ 417273 w 414825"/>
                <a:gd name="connsiteY78" fmla="*/ 244747 h 414825"/>
                <a:gd name="connsiteX79" fmla="*/ 421422 w 414825"/>
                <a:gd name="connsiteY79" fmla="*/ 255118 h 414825"/>
                <a:gd name="connsiteX80" fmla="*/ 407940 w 414825"/>
                <a:gd name="connsiteY80" fmla="*/ 296600 h 414825"/>
                <a:gd name="connsiteX81" fmla="*/ 399643 w 414825"/>
                <a:gd name="connsiteY81" fmla="*/ 302823 h 414825"/>
                <a:gd name="connsiteX82" fmla="*/ 360235 w 414825"/>
                <a:gd name="connsiteY82" fmla="*/ 298674 h 414825"/>
                <a:gd name="connsiteX83" fmla="*/ 341568 w 414825"/>
                <a:gd name="connsiteY83" fmla="*/ 323564 h 414825"/>
                <a:gd name="connsiteX84" fmla="*/ 357123 w 414825"/>
                <a:gd name="connsiteY84" fmla="*/ 357787 h 414825"/>
                <a:gd name="connsiteX85" fmla="*/ 354012 w 414825"/>
                <a:gd name="connsiteY85" fmla="*/ 368157 h 414825"/>
                <a:gd name="connsiteX86" fmla="*/ 317715 w 414825"/>
                <a:gd name="connsiteY86" fmla="*/ 394084 h 414825"/>
                <a:gd name="connsiteX87" fmla="*/ 307345 w 414825"/>
                <a:gd name="connsiteY87" fmla="*/ 393047 h 414825"/>
                <a:gd name="connsiteX88" fmla="*/ 274158 w 414825"/>
                <a:gd name="connsiteY88" fmla="*/ 364009 h 414825"/>
                <a:gd name="connsiteX89" fmla="*/ 273122 w 414825"/>
                <a:gd name="connsiteY89" fmla="*/ 352601 h 414825"/>
                <a:gd name="connsiteX90" fmla="*/ 284529 w 414825"/>
                <a:gd name="connsiteY90" fmla="*/ 351565 h 414825"/>
                <a:gd name="connsiteX91" fmla="*/ 312530 w 414825"/>
                <a:gd name="connsiteY91" fmla="*/ 376454 h 414825"/>
                <a:gd name="connsiteX92" fmla="*/ 337420 w 414825"/>
                <a:gd name="connsiteY92" fmla="*/ 358824 h 414825"/>
                <a:gd name="connsiteX93" fmla="*/ 321864 w 414825"/>
                <a:gd name="connsiteY93" fmla="*/ 325638 h 414825"/>
                <a:gd name="connsiteX94" fmla="*/ 322901 w 414825"/>
                <a:gd name="connsiteY94" fmla="*/ 316304 h 414825"/>
                <a:gd name="connsiteX95" fmla="*/ 345716 w 414825"/>
                <a:gd name="connsiteY95" fmla="*/ 286230 h 414825"/>
                <a:gd name="connsiteX96" fmla="*/ 354012 w 414825"/>
                <a:gd name="connsiteY96" fmla="*/ 282081 h 414825"/>
                <a:gd name="connsiteX97" fmla="*/ 391346 w 414825"/>
                <a:gd name="connsiteY97" fmla="*/ 286230 h 414825"/>
                <a:gd name="connsiteX98" fmla="*/ 400680 w 414825"/>
                <a:gd name="connsiteY98" fmla="*/ 257191 h 414825"/>
                <a:gd name="connsiteX99" fmla="*/ 368532 w 414825"/>
                <a:gd name="connsiteY99" fmla="*/ 239562 h 414825"/>
                <a:gd name="connsiteX100" fmla="*/ 364383 w 414825"/>
                <a:gd name="connsiteY100" fmla="*/ 231265 h 414825"/>
                <a:gd name="connsiteX101" fmla="*/ 372679 w 414825"/>
                <a:gd name="connsiteY101" fmla="*/ 230228 h 414825"/>
                <a:gd name="connsiteX102" fmla="*/ 364383 w 414825"/>
                <a:gd name="connsiteY102" fmla="*/ 229191 h 414825"/>
                <a:gd name="connsiteX103" fmla="*/ 365420 w 414825"/>
                <a:gd name="connsiteY103" fmla="*/ 220894 h 414825"/>
                <a:gd name="connsiteX104" fmla="*/ 373717 w 414825"/>
                <a:gd name="connsiteY104" fmla="*/ 218821 h 414825"/>
                <a:gd name="connsiteX105" fmla="*/ 365420 w 414825"/>
                <a:gd name="connsiteY105" fmla="*/ 218821 h 414825"/>
                <a:gd name="connsiteX106" fmla="*/ 365420 w 414825"/>
                <a:gd name="connsiteY106" fmla="*/ 213635 h 414825"/>
                <a:gd name="connsiteX107" fmla="*/ 373717 w 414825"/>
                <a:gd name="connsiteY107" fmla="*/ 211561 h 414825"/>
                <a:gd name="connsiteX108" fmla="*/ 365420 w 414825"/>
                <a:gd name="connsiteY108" fmla="*/ 211561 h 414825"/>
                <a:gd name="connsiteX109" fmla="*/ 365420 w 414825"/>
                <a:gd name="connsiteY109" fmla="*/ 206376 h 414825"/>
                <a:gd name="connsiteX110" fmla="*/ 373717 w 414825"/>
                <a:gd name="connsiteY110" fmla="*/ 203265 h 414825"/>
                <a:gd name="connsiteX111" fmla="*/ 365420 w 414825"/>
                <a:gd name="connsiteY111" fmla="*/ 203265 h 414825"/>
                <a:gd name="connsiteX112" fmla="*/ 365420 w 414825"/>
                <a:gd name="connsiteY112" fmla="*/ 198079 h 414825"/>
                <a:gd name="connsiteX113" fmla="*/ 365420 w 414825"/>
                <a:gd name="connsiteY113" fmla="*/ 196005 h 414825"/>
                <a:gd name="connsiteX114" fmla="*/ 369568 w 414825"/>
                <a:gd name="connsiteY114" fmla="*/ 186671 h 414825"/>
                <a:gd name="connsiteX115" fmla="*/ 401717 w 414825"/>
                <a:gd name="connsiteY115" fmla="*/ 168004 h 414825"/>
                <a:gd name="connsiteX116" fmla="*/ 392384 w 414825"/>
                <a:gd name="connsiteY116" fmla="*/ 138967 h 414825"/>
                <a:gd name="connsiteX117" fmla="*/ 355049 w 414825"/>
                <a:gd name="connsiteY117" fmla="*/ 143115 h 414825"/>
                <a:gd name="connsiteX118" fmla="*/ 346753 w 414825"/>
                <a:gd name="connsiteY118" fmla="*/ 138967 h 414825"/>
                <a:gd name="connsiteX119" fmla="*/ 344679 w 414825"/>
                <a:gd name="connsiteY119" fmla="*/ 134818 h 414825"/>
                <a:gd name="connsiteX120" fmla="*/ 341568 w 414825"/>
                <a:gd name="connsiteY120" fmla="*/ 130670 h 414825"/>
                <a:gd name="connsiteX121" fmla="*/ 340531 w 414825"/>
                <a:gd name="connsiteY121" fmla="*/ 128596 h 414825"/>
                <a:gd name="connsiteX122" fmla="*/ 337420 w 414825"/>
                <a:gd name="connsiteY122" fmla="*/ 124448 h 414825"/>
                <a:gd name="connsiteX123" fmla="*/ 336382 w 414825"/>
                <a:gd name="connsiteY123" fmla="*/ 122373 h 414825"/>
                <a:gd name="connsiteX124" fmla="*/ 333271 w 414825"/>
                <a:gd name="connsiteY124" fmla="*/ 118225 h 414825"/>
                <a:gd name="connsiteX125" fmla="*/ 330160 w 414825"/>
                <a:gd name="connsiteY125" fmla="*/ 114077 h 414825"/>
                <a:gd name="connsiteX126" fmla="*/ 334308 w 414825"/>
                <a:gd name="connsiteY126" fmla="*/ 106817 h 414825"/>
                <a:gd name="connsiteX127" fmla="*/ 328086 w 414825"/>
                <a:gd name="connsiteY127" fmla="*/ 112003 h 414825"/>
                <a:gd name="connsiteX128" fmla="*/ 326012 w 414825"/>
                <a:gd name="connsiteY128" fmla="*/ 109929 h 414825"/>
                <a:gd name="connsiteX129" fmla="*/ 324975 w 414825"/>
                <a:gd name="connsiteY129" fmla="*/ 108892 h 414825"/>
                <a:gd name="connsiteX130" fmla="*/ 324975 w 414825"/>
                <a:gd name="connsiteY130" fmla="*/ 108892 h 414825"/>
                <a:gd name="connsiteX131" fmla="*/ 322901 w 414825"/>
                <a:gd name="connsiteY131" fmla="*/ 106817 h 414825"/>
                <a:gd name="connsiteX132" fmla="*/ 322901 w 414825"/>
                <a:gd name="connsiteY132" fmla="*/ 99558 h 414825"/>
                <a:gd name="connsiteX133" fmla="*/ 338456 w 414825"/>
                <a:gd name="connsiteY133" fmla="*/ 65335 h 414825"/>
                <a:gd name="connsiteX134" fmla="*/ 313567 w 414825"/>
                <a:gd name="connsiteY134" fmla="*/ 47705 h 414825"/>
                <a:gd name="connsiteX135" fmla="*/ 285567 w 414825"/>
                <a:gd name="connsiteY135" fmla="*/ 72594 h 414825"/>
                <a:gd name="connsiteX136" fmla="*/ 276233 w 414825"/>
                <a:gd name="connsiteY136" fmla="*/ 73632 h 414825"/>
                <a:gd name="connsiteX137" fmla="*/ 239935 w 414825"/>
                <a:gd name="connsiteY137" fmla="*/ 62224 h 414825"/>
                <a:gd name="connsiteX138" fmla="*/ 233713 w 414825"/>
                <a:gd name="connsiteY138" fmla="*/ 56002 h 414825"/>
                <a:gd name="connsiteX139" fmla="*/ 225416 w 414825"/>
                <a:gd name="connsiteY139" fmla="*/ 19704 h 414825"/>
                <a:gd name="connsiteX140" fmla="*/ 194304 w 414825"/>
                <a:gd name="connsiteY140" fmla="*/ 19704 h 414825"/>
                <a:gd name="connsiteX141" fmla="*/ 187046 w 414825"/>
                <a:gd name="connsiteY141" fmla="*/ 56002 h 414825"/>
                <a:gd name="connsiteX142" fmla="*/ 179786 w 414825"/>
                <a:gd name="connsiteY142" fmla="*/ 62224 h 414825"/>
                <a:gd name="connsiteX143" fmla="*/ 161119 w 414825"/>
                <a:gd name="connsiteY143" fmla="*/ 67409 h 414825"/>
                <a:gd name="connsiteX144" fmla="*/ 154896 w 414825"/>
                <a:gd name="connsiteY144" fmla="*/ 60150 h 414825"/>
                <a:gd name="connsiteX145" fmla="*/ 158007 w 414825"/>
                <a:gd name="connsiteY145" fmla="*/ 68447 h 414825"/>
                <a:gd name="connsiteX146" fmla="*/ 146600 w 414825"/>
                <a:gd name="connsiteY146" fmla="*/ 72594 h 414825"/>
                <a:gd name="connsiteX147" fmla="*/ 135192 w 414825"/>
                <a:gd name="connsiteY147" fmla="*/ 72594 h 414825"/>
                <a:gd name="connsiteX148" fmla="*/ 107192 w 414825"/>
                <a:gd name="connsiteY148" fmla="*/ 47705 h 414825"/>
                <a:gd name="connsiteX149" fmla="*/ 82302 w 414825"/>
                <a:gd name="connsiteY149" fmla="*/ 65335 h 414825"/>
                <a:gd name="connsiteX150" fmla="*/ 97858 w 414825"/>
                <a:gd name="connsiteY150" fmla="*/ 98521 h 414825"/>
                <a:gd name="connsiteX151" fmla="*/ 96821 w 414825"/>
                <a:gd name="connsiteY151" fmla="*/ 107855 h 414825"/>
                <a:gd name="connsiteX152" fmla="*/ 74005 w 414825"/>
                <a:gd name="connsiteY152" fmla="*/ 137929 h 414825"/>
                <a:gd name="connsiteX153" fmla="*/ 65709 w 414825"/>
                <a:gd name="connsiteY153" fmla="*/ 142078 h 414825"/>
                <a:gd name="connsiteX154" fmla="*/ 28374 w 414825"/>
                <a:gd name="connsiteY154" fmla="*/ 137929 h 414825"/>
                <a:gd name="connsiteX155" fmla="*/ 19041 w 414825"/>
                <a:gd name="connsiteY155" fmla="*/ 166968 h 414825"/>
                <a:gd name="connsiteX156" fmla="*/ 51190 w 414825"/>
                <a:gd name="connsiteY156" fmla="*/ 184597 h 414825"/>
                <a:gd name="connsiteX157" fmla="*/ 55338 w 414825"/>
                <a:gd name="connsiteY157" fmla="*/ 192894 h 414825"/>
                <a:gd name="connsiteX158" fmla="*/ 54301 w 414825"/>
                <a:gd name="connsiteY158" fmla="*/ 198079 h 414825"/>
                <a:gd name="connsiteX159" fmla="*/ 54301 w 414825"/>
                <a:gd name="connsiteY159" fmla="*/ 200153 h 414825"/>
                <a:gd name="connsiteX160" fmla="*/ 54301 w 414825"/>
                <a:gd name="connsiteY160" fmla="*/ 202227 h 414825"/>
                <a:gd name="connsiteX161" fmla="*/ 46005 w 414825"/>
                <a:gd name="connsiteY161" fmla="*/ 204302 h 414825"/>
                <a:gd name="connsiteX162" fmla="*/ 54301 w 414825"/>
                <a:gd name="connsiteY162" fmla="*/ 204302 h 414825"/>
                <a:gd name="connsiteX163" fmla="*/ 54301 w 414825"/>
                <a:gd name="connsiteY163" fmla="*/ 210524 h 414825"/>
                <a:gd name="connsiteX164" fmla="*/ 46005 w 414825"/>
                <a:gd name="connsiteY164" fmla="*/ 212598 h 414825"/>
                <a:gd name="connsiteX165" fmla="*/ 54301 w 414825"/>
                <a:gd name="connsiteY165" fmla="*/ 212598 h 414825"/>
                <a:gd name="connsiteX166" fmla="*/ 54301 w 414825"/>
                <a:gd name="connsiteY166" fmla="*/ 217783 h 414825"/>
                <a:gd name="connsiteX167" fmla="*/ 54301 w 414825"/>
                <a:gd name="connsiteY167" fmla="*/ 219857 h 414825"/>
                <a:gd name="connsiteX168" fmla="*/ 54301 w 414825"/>
                <a:gd name="connsiteY168" fmla="*/ 225043 h 414825"/>
                <a:gd name="connsiteX169" fmla="*/ 54301 w 414825"/>
                <a:gd name="connsiteY169" fmla="*/ 227117 h 414825"/>
                <a:gd name="connsiteX170" fmla="*/ 50153 w 414825"/>
                <a:gd name="connsiteY170" fmla="*/ 236450 h 414825"/>
                <a:gd name="connsiteX171" fmla="*/ 18004 w 414825"/>
                <a:gd name="connsiteY171" fmla="*/ 255118 h 414825"/>
                <a:gd name="connsiteX172" fmla="*/ 27338 w 414825"/>
                <a:gd name="connsiteY172" fmla="*/ 284156 h 414825"/>
                <a:gd name="connsiteX173" fmla="*/ 64672 w 414825"/>
                <a:gd name="connsiteY173" fmla="*/ 280007 h 414825"/>
                <a:gd name="connsiteX174" fmla="*/ 72969 w 414825"/>
                <a:gd name="connsiteY174" fmla="*/ 285192 h 414825"/>
                <a:gd name="connsiteX175" fmla="*/ 74005 w 414825"/>
                <a:gd name="connsiteY175" fmla="*/ 288303 h 414825"/>
                <a:gd name="connsiteX176" fmla="*/ 77116 w 414825"/>
                <a:gd name="connsiteY176" fmla="*/ 293489 h 414825"/>
                <a:gd name="connsiteX177" fmla="*/ 70894 w 414825"/>
                <a:gd name="connsiteY177" fmla="*/ 299711 h 414825"/>
                <a:gd name="connsiteX178" fmla="*/ 78154 w 414825"/>
                <a:gd name="connsiteY178" fmla="*/ 294526 h 414825"/>
                <a:gd name="connsiteX179" fmla="*/ 81265 w 414825"/>
                <a:gd name="connsiteY179" fmla="*/ 298674 h 414825"/>
                <a:gd name="connsiteX180" fmla="*/ 76080 w 414825"/>
                <a:gd name="connsiteY180" fmla="*/ 305934 h 414825"/>
                <a:gd name="connsiteX181" fmla="*/ 83339 w 414825"/>
                <a:gd name="connsiteY181" fmla="*/ 300748 h 414825"/>
                <a:gd name="connsiteX182" fmla="*/ 85413 w 414825"/>
                <a:gd name="connsiteY182" fmla="*/ 302823 h 414825"/>
                <a:gd name="connsiteX183" fmla="*/ 87487 w 414825"/>
                <a:gd name="connsiteY183" fmla="*/ 304897 h 414825"/>
                <a:gd name="connsiteX184" fmla="*/ 93710 w 414825"/>
                <a:gd name="connsiteY184" fmla="*/ 312156 h 414825"/>
                <a:gd name="connsiteX185" fmla="*/ 94747 w 414825"/>
                <a:gd name="connsiteY185" fmla="*/ 313193 h 414825"/>
                <a:gd name="connsiteX186" fmla="*/ 96821 w 414825"/>
                <a:gd name="connsiteY186" fmla="*/ 322527 h 414825"/>
                <a:gd name="connsiteX187" fmla="*/ 81265 w 414825"/>
                <a:gd name="connsiteY187" fmla="*/ 356750 h 414825"/>
                <a:gd name="connsiteX188" fmla="*/ 106154 w 414825"/>
                <a:gd name="connsiteY188" fmla="*/ 374380 h 414825"/>
                <a:gd name="connsiteX189" fmla="*/ 134155 w 414825"/>
                <a:gd name="connsiteY189" fmla="*/ 349490 h 414825"/>
                <a:gd name="connsiteX190" fmla="*/ 143489 w 414825"/>
                <a:gd name="connsiteY190" fmla="*/ 348454 h 414825"/>
                <a:gd name="connsiteX191" fmla="*/ 179786 w 414825"/>
                <a:gd name="connsiteY191" fmla="*/ 359861 h 414825"/>
                <a:gd name="connsiteX192" fmla="*/ 186008 w 414825"/>
                <a:gd name="connsiteY192" fmla="*/ 366083 h 414825"/>
                <a:gd name="connsiteX193" fmla="*/ 194304 w 414825"/>
                <a:gd name="connsiteY193" fmla="*/ 402380 h 414825"/>
                <a:gd name="connsiteX194" fmla="*/ 225416 w 414825"/>
                <a:gd name="connsiteY194" fmla="*/ 402380 h 414825"/>
                <a:gd name="connsiteX195" fmla="*/ 232676 w 414825"/>
                <a:gd name="connsiteY195" fmla="*/ 366083 h 414825"/>
                <a:gd name="connsiteX196" fmla="*/ 238899 w 414825"/>
                <a:gd name="connsiteY196" fmla="*/ 359861 h 414825"/>
                <a:gd name="connsiteX197" fmla="*/ 249269 w 414825"/>
                <a:gd name="connsiteY197" fmla="*/ 365046 h 414825"/>
                <a:gd name="connsiteX198" fmla="*/ 248232 w 414825"/>
                <a:gd name="connsiteY198" fmla="*/ 372306 h 414825"/>
                <a:gd name="connsiteX199" fmla="*/ 239935 w 414825"/>
                <a:gd name="connsiteY199" fmla="*/ 411714 h 414825"/>
                <a:gd name="connsiteX200" fmla="*/ 232676 w 414825"/>
                <a:gd name="connsiteY200" fmla="*/ 420010 h 414825"/>
                <a:gd name="connsiteX201" fmla="*/ 331197 w 414825"/>
                <a:gd name="connsiteY201" fmla="*/ 98521 h 414825"/>
                <a:gd name="connsiteX202" fmla="*/ 331197 w 414825"/>
                <a:gd name="connsiteY202" fmla="*/ 98521 h 414825"/>
                <a:gd name="connsiteX203" fmla="*/ 331197 w 414825"/>
                <a:gd name="connsiteY203" fmla="*/ 98521 h 414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Lst>
              <a:rect l="l" t="t" r="r" b="b"/>
              <a:pathLst>
                <a:path w="414825" h="414825">
                  <a:moveTo>
                    <a:pt x="232676" y="420010"/>
                  </a:moveTo>
                  <a:lnTo>
                    <a:pt x="188082" y="420010"/>
                  </a:lnTo>
                  <a:cubicBezTo>
                    <a:pt x="183934" y="420010"/>
                    <a:pt x="180823" y="416899"/>
                    <a:pt x="179786" y="413788"/>
                  </a:cubicBezTo>
                  <a:lnTo>
                    <a:pt x="171490" y="376454"/>
                  </a:lnTo>
                  <a:cubicBezTo>
                    <a:pt x="161119" y="374380"/>
                    <a:pt x="151785" y="371268"/>
                    <a:pt x="142451" y="367121"/>
                  </a:cubicBezTo>
                  <a:lnTo>
                    <a:pt x="113414" y="393047"/>
                  </a:lnTo>
                  <a:cubicBezTo>
                    <a:pt x="110303" y="396158"/>
                    <a:pt x="106154" y="396158"/>
                    <a:pt x="103043" y="394084"/>
                  </a:cubicBezTo>
                  <a:lnTo>
                    <a:pt x="66746" y="368157"/>
                  </a:lnTo>
                  <a:cubicBezTo>
                    <a:pt x="63635" y="366083"/>
                    <a:pt x="62598" y="361935"/>
                    <a:pt x="63635" y="357787"/>
                  </a:cubicBezTo>
                  <a:lnTo>
                    <a:pt x="79191" y="322527"/>
                  </a:lnTo>
                  <a:lnTo>
                    <a:pt x="76080" y="318378"/>
                  </a:lnTo>
                  <a:cubicBezTo>
                    <a:pt x="76080" y="318378"/>
                    <a:pt x="74005" y="316304"/>
                    <a:pt x="74005" y="316304"/>
                  </a:cubicBezTo>
                  <a:lnTo>
                    <a:pt x="70894" y="312156"/>
                  </a:lnTo>
                  <a:lnTo>
                    <a:pt x="76080" y="304897"/>
                  </a:lnTo>
                  <a:lnTo>
                    <a:pt x="69857" y="310082"/>
                  </a:lnTo>
                  <a:lnTo>
                    <a:pt x="65709" y="304897"/>
                  </a:lnTo>
                  <a:cubicBezTo>
                    <a:pt x="65709" y="304897"/>
                    <a:pt x="64672" y="302823"/>
                    <a:pt x="64672" y="302823"/>
                  </a:cubicBezTo>
                  <a:cubicBezTo>
                    <a:pt x="63635" y="301786"/>
                    <a:pt x="62598" y="299711"/>
                    <a:pt x="61561" y="298674"/>
                  </a:cubicBezTo>
                  <a:lnTo>
                    <a:pt x="23189" y="302823"/>
                  </a:lnTo>
                  <a:cubicBezTo>
                    <a:pt x="19041" y="302823"/>
                    <a:pt x="15930" y="300748"/>
                    <a:pt x="13856" y="296600"/>
                  </a:cubicBezTo>
                  <a:lnTo>
                    <a:pt x="374" y="255118"/>
                  </a:lnTo>
                  <a:cubicBezTo>
                    <a:pt x="-663" y="250969"/>
                    <a:pt x="374" y="246821"/>
                    <a:pt x="4522" y="244747"/>
                  </a:cubicBezTo>
                  <a:lnTo>
                    <a:pt x="38745" y="225043"/>
                  </a:lnTo>
                  <a:cubicBezTo>
                    <a:pt x="38745" y="224006"/>
                    <a:pt x="38745" y="221932"/>
                    <a:pt x="38745" y="220894"/>
                  </a:cubicBezTo>
                  <a:cubicBezTo>
                    <a:pt x="38745" y="219857"/>
                    <a:pt x="38745" y="218821"/>
                    <a:pt x="38745" y="217783"/>
                  </a:cubicBezTo>
                  <a:lnTo>
                    <a:pt x="38745" y="211561"/>
                  </a:lnTo>
                  <a:cubicBezTo>
                    <a:pt x="38745" y="211561"/>
                    <a:pt x="38745" y="209487"/>
                    <a:pt x="38745" y="209487"/>
                  </a:cubicBezTo>
                  <a:lnTo>
                    <a:pt x="39782" y="197042"/>
                  </a:lnTo>
                  <a:cubicBezTo>
                    <a:pt x="39782" y="197042"/>
                    <a:pt x="39782" y="196005"/>
                    <a:pt x="39782" y="194968"/>
                  </a:cubicBezTo>
                  <a:lnTo>
                    <a:pt x="6596" y="176301"/>
                  </a:lnTo>
                  <a:cubicBezTo>
                    <a:pt x="3485" y="174226"/>
                    <a:pt x="1411" y="170079"/>
                    <a:pt x="2448" y="165930"/>
                  </a:cubicBezTo>
                  <a:lnTo>
                    <a:pt x="15930" y="124448"/>
                  </a:lnTo>
                  <a:cubicBezTo>
                    <a:pt x="16967" y="120300"/>
                    <a:pt x="21115" y="118225"/>
                    <a:pt x="24227" y="118225"/>
                  </a:cubicBezTo>
                  <a:lnTo>
                    <a:pt x="63635" y="122373"/>
                  </a:lnTo>
                  <a:cubicBezTo>
                    <a:pt x="68820" y="114077"/>
                    <a:pt x="75042" y="105781"/>
                    <a:pt x="82302" y="97484"/>
                  </a:cubicBezTo>
                  <a:lnTo>
                    <a:pt x="66746" y="63261"/>
                  </a:lnTo>
                  <a:cubicBezTo>
                    <a:pt x="64672" y="59113"/>
                    <a:pt x="65709" y="54964"/>
                    <a:pt x="69857" y="52891"/>
                  </a:cubicBezTo>
                  <a:lnTo>
                    <a:pt x="106154" y="26964"/>
                  </a:lnTo>
                  <a:cubicBezTo>
                    <a:pt x="109266" y="24890"/>
                    <a:pt x="113414" y="24890"/>
                    <a:pt x="116525" y="26964"/>
                  </a:cubicBezTo>
                  <a:lnTo>
                    <a:pt x="145563" y="52891"/>
                  </a:lnTo>
                  <a:cubicBezTo>
                    <a:pt x="146600" y="52891"/>
                    <a:pt x="147637" y="51853"/>
                    <a:pt x="148674" y="51853"/>
                  </a:cubicBezTo>
                  <a:lnTo>
                    <a:pt x="155934" y="48742"/>
                  </a:lnTo>
                  <a:cubicBezTo>
                    <a:pt x="155934" y="48742"/>
                    <a:pt x="160082" y="47705"/>
                    <a:pt x="160082" y="47705"/>
                  </a:cubicBezTo>
                  <a:lnTo>
                    <a:pt x="168378" y="45631"/>
                  </a:lnTo>
                  <a:cubicBezTo>
                    <a:pt x="169415" y="45631"/>
                    <a:pt x="170452" y="44594"/>
                    <a:pt x="171490" y="44594"/>
                  </a:cubicBezTo>
                  <a:lnTo>
                    <a:pt x="174601" y="43557"/>
                  </a:lnTo>
                  <a:lnTo>
                    <a:pt x="181860" y="6223"/>
                  </a:lnTo>
                  <a:cubicBezTo>
                    <a:pt x="182897" y="2074"/>
                    <a:pt x="186008" y="0"/>
                    <a:pt x="190157" y="0"/>
                  </a:cubicBezTo>
                  <a:lnTo>
                    <a:pt x="234750" y="0"/>
                  </a:lnTo>
                  <a:cubicBezTo>
                    <a:pt x="238899" y="0"/>
                    <a:pt x="242010" y="3111"/>
                    <a:pt x="243047" y="6223"/>
                  </a:cubicBezTo>
                  <a:lnTo>
                    <a:pt x="251343" y="43557"/>
                  </a:lnTo>
                  <a:cubicBezTo>
                    <a:pt x="261714" y="45631"/>
                    <a:pt x="271047" y="48742"/>
                    <a:pt x="280381" y="52891"/>
                  </a:cubicBezTo>
                  <a:lnTo>
                    <a:pt x="309419" y="26964"/>
                  </a:lnTo>
                  <a:cubicBezTo>
                    <a:pt x="312530" y="23852"/>
                    <a:pt x="316678" y="23852"/>
                    <a:pt x="319789" y="25927"/>
                  </a:cubicBezTo>
                  <a:lnTo>
                    <a:pt x="356087" y="51853"/>
                  </a:lnTo>
                  <a:cubicBezTo>
                    <a:pt x="359198" y="53927"/>
                    <a:pt x="360235" y="58076"/>
                    <a:pt x="359198" y="62224"/>
                  </a:cubicBezTo>
                  <a:lnTo>
                    <a:pt x="343642" y="97484"/>
                  </a:lnTo>
                  <a:cubicBezTo>
                    <a:pt x="343642" y="98521"/>
                    <a:pt x="344679" y="99558"/>
                    <a:pt x="344679" y="99558"/>
                  </a:cubicBezTo>
                  <a:lnTo>
                    <a:pt x="348827" y="104744"/>
                  </a:lnTo>
                  <a:cubicBezTo>
                    <a:pt x="349864" y="105781"/>
                    <a:pt x="350901" y="107855"/>
                    <a:pt x="351938" y="108892"/>
                  </a:cubicBezTo>
                  <a:lnTo>
                    <a:pt x="346753" y="116151"/>
                  </a:lnTo>
                  <a:lnTo>
                    <a:pt x="354012" y="110966"/>
                  </a:lnTo>
                  <a:cubicBezTo>
                    <a:pt x="355049" y="113040"/>
                    <a:pt x="356087" y="114077"/>
                    <a:pt x="357123" y="116151"/>
                  </a:cubicBezTo>
                  <a:lnTo>
                    <a:pt x="358161" y="118225"/>
                  </a:lnTo>
                  <a:cubicBezTo>
                    <a:pt x="359198" y="119262"/>
                    <a:pt x="360235" y="121336"/>
                    <a:pt x="361272" y="122373"/>
                  </a:cubicBezTo>
                  <a:lnTo>
                    <a:pt x="399643" y="118225"/>
                  </a:lnTo>
                  <a:cubicBezTo>
                    <a:pt x="403791" y="118225"/>
                    <a:pt x="406902" y="120300"/>
                    <a:pt x="408977" y="124448"/>
                  </a:cubicBezTo>
                  <a:lnTo>
                    <a:pt x="422458" y="165930"/>
                  </a:lnTo>
                  <a:cubicBezTo>
                    <a:pt x="423496" y="170079"/>
                    <a:pt x="422458" y="174226"/>
                    <a:pt x="418310" y="176301"/>
                  </a:cubicBezTo>
                  <a:lnTo>
                    <a:pt x="384087" y="196005"/>
                  </a:lnTo>
                  <a:cubicBezTo>
                    <a:pt x="384087" y="197042"/>
                    <a:pt x="384087" y="199116"/>
                    <a:pt x="384087" y="200153"/>
                  </a:cubicBezTo>
                  <a:lnTo>
                    <a:pt x="375790" y="203265"/>
                  </a:lnTo>
                  <a:lnTo>
                    <a:pt x="384087" y="203265"/>
                  </a:lnTo>
                  <a:cubicBezTo>
                    <a:pt x="384087" y="205338"/>
                    <a:pt x="384087" y="207413"/>
                    <a:pt x="384087" y="209487"/>
                  </a:cubicBezTo>
                  <a:cubicBezTo>
                    <a:pt x="384087" y="209487"/>
                    <a:pt x="384087" y="211561"/>
                    <a:pt x="384087" y="211561"/>
                  </a:cubicBezTo>
                  <a:lnTo>
                    <a:pt x="384087" y="216746"/>
                  </a:lnTo>
                  <a:cubicBezTo>
                    <a:pt x="384087" y="216746"/>
                    <a:pt x="384087" y="219857"/>
                    <a:pt x="384087" y="219857"/>
                  </a:cubicBezTo>
                  <a:lnTo>
                    <a:pt x="384087" y="226080"/>
                  </a:lnTo>
                  <a:lnTo>
                    <a:pt x="417273" y="244747"/>
                  </a:lnTo>
                  <a:cubicBezTo>
                    <a:pt x="420385" y="246821"/>
                    <a:pt x="422458" y="250969"/>
                    <a:pt x="421422" y="255118"/>
                  </a:cubicBezTo>
                  <a:lnTo>
                    <a:pt x="407940" y="296600"/>
                  </a:lnTo>
                  <a:cubicBezTo>
                    <a:pt x="406902" y="300748"/>
                    <a:pt x="402754" y="302823"/>
                    <a:pt x="399643" y="302823"/>
                  </a:cubicBezTo>
                  <a:lnTo>
                    <a:pt x="360235" y="298674"/>
                  </a:lnTo>
                  <a:cubicBezTo>
                    <a:pt x="355049" y="306971"/>
                    <a:pt x="348827" y="315267"/>
                    <a:pt x="341568" y="323564"/>
                  </a:cubicBezTo>
                  <a:lnTo>
                    <a:pt x="357123" y="357787"/>
                  </a:lnTo>
                  <a:cubicBezTo>
                    <a:pt x="359198" y="361935"/>
                    <a:pt x="358161" y="366083"/>
                    <a:pt x="354012" y="368157"/>
                  </a:cubicBezTo>
                  <a:lnTo>
                    <a:pt x="317715" y="394084"/>
                  </a:lnTo>
                  <a:cubicBezTo>
                    <a:pt x="314604" y="396158"/>
                    <a:pt x="310456" y="396158"/>
                    <a:pt x="307345" y="393047"/>
                  </a:cubicBezTo>
                  <a:lnTo>
                    <a:pt x="274158" y="364009"/>
                  </a:lnTo>
                  <a:cubicBezTo>
                    <a:pt x="271047" y="360898"/>
                    <a:pt x="270011" y="355712"/>
                    <a:pt x="273122" y="352601"/>
                  </a:cubicBezTo>
                  <a:cubicBezTo>
                    <a:pt x="276233" y="349490"/>
                    <a:pt x="281418" y="348454"/>
                    <a:pt x="284529" y="351565"/>
                  </a:cubicBezTo>
                  <a:lnTo>
                    <a:pt x="312530" y="376454"/>
                  </a:lnTo>
                  <a:lnTo>
                    <a:pt x="337420" y="358824"/>
                  </a:lnTo>
                  <a:lnTo>
                    <a:pt x="321864" y="325638"/>
                  </a:lnTo>
                  <a:cubicBezTo>
                    <a:pt x="320826" y="322527"/>
                    <a:pt x="320826" y="318378"/>
                    <a:pt x="322901" y="316304"/>
                  </a:cubicBezTo>
                  <a:cubicBezTo>
                    <a:pt x="331197" y="306971"/>
                    <a:pt x="339493" y="296600"/>
                    <a:pt x="345716" y="286230"/>
                  </a:cubicBezTo>
                  <a:cubicBezTo>
                    <a:pt x="347790" y="283118"/>
                    <a:pt x="350901" y="282081"/>
                    <a:pt x="354012" y="282081"/>
                  </a:cubicBezTo>
                  <a:lnTo>
                    <a:pt x="391346" y="286230"/>
                  </a:lnTo>
                  <a:lnTo>
                    <a:pt x="400680" y="257191"/>
                  </a:lnTo>
                  <a:lnTo>
                    <a:pt x="368532" y="239562"/>
                  </a:lnTo>
                  <a:cubicBezTo>
                    <a:pt x="365420" y="237488"/>
                    <a:pt x="363346" y="234377"/>
                    <a:pt x="364383" y="231265"/>
                  </a:cubicBezTo>
                  <a:lnTo>
                    <a:pt x="372679" y="230228"/>
                  </a:lnTo>
                  <a:lnTo>
                    <a:pt x="364383" y="229191"/>
                  </a:lnTo>
                  <a:lnTo>
                    <a:pt x="365420" y="220894"/>
                  </a:lnTo>
                  <a:lnTo>
                    <a:pt x="373717" y="218821"/>
                  </a:lnTo>
                  <a:lnTo>
                    <a:pt x="365420" y="218821"/>
                  </a:lnTo>
                  <a:lnTo>
                    <a:pt x="365420" y="213635"/>
                  </a:lnTo>
                  <a:lnTo>
                    <a:pt x="373717" y="211561"/>
                  </a:lnTo>
                  <a:lnTo>
                    <a:pt x="365420" y="211561"/>
                  </a:lnTo>
                  <a:cubicBezTo>
                    <a:pt x="365420" y="209487"/>
                    <a:pt x="365420" y="208450"/>
                    <a:pt x="365420" y="206376"/>
                  </a:cubicBezTo>
                  <a:lnTo>
                    <a:pt x="373717" y="203265"/>
                  </a:lnTo>
                  <a:lnTo>
                    <a:pt x="365420" y="203265"/>
                  </a:lnTo>
                  <a:cubicBezTo>
                    <a:pt x="365420" y="201190"/>
                    <a:pt x="365420" y="200153"/>
                    <a:pt x="365420" y="198079"/>
                  </a:cubicBezTo>
                  <a:lnTo>
                    <a:pt x="365420" y="196005"/>
                  </a:lnTo>
                  <a:cubicBezTo>
                    <a:pt x="365420" y="192894"/>
                    <a:pt x="366457" y="187709"/>
                    <a:pt x="369568" y="186671"/>
                  </a:cubicBezTo>
                  <a:lnTo>
                    <a:pt x="401717" y="168004"/>
                  </a:lnTo>
                  <a:lnTo>
                    <a:pt x="392384" y="138967"/>
                  </a:lnTo>
                  <a:lnTo>
                    <a:pt x="355049" y="143115"/>
                  </a:lnTo>
                  <a:cubicBezTo>
                    <a:pt x="351938" y="143115"/>
                    <a:pt x="348827" y="142078"/>
                    <a:pt x="346753" y="138967"/>
                  </a:cubicBezTo>
                  <a:lnTo>
                    <a:pt x="344679" y="134818"/>
                  </a:lnTo>
                  <a:cubicBezTo>
                    <a:pt x="343642" y="133781"/>
                    <a:pt x="342605" y="131707"/>
                    <a:pt x="341568" y="130670"/>
                  </a:cubicBezTo>
                  <a:lnTo>
                    <a:pt x="340531" y="128596"/>
                  </a:lnTo>
                  <a:cubicBezTo>
                    <a:pt x="339493" y="127559"/>
                    <a:pt x="338456" y="125485"/>
                    <a:pt x="337420" y="124448"/>
                  </a:cubicBezTo>
                  <a:cubicBezTo>
                    <a:pt x="337420" y="124448"/>
                    <a:pt x="336382" y="122373"/>
                    <a:pt x="336382" y="122373"/>
                  </a:cubicBezTo>
                  <a:cubicBezTo>
                    <a:pt x="335345" y="121336"/>
                    <a:pt x="334308" y="119262"/>
                    <a:pt x="333271" y="118225"/>
                  </a:cubicBezTo>
                  <a:lnTo>
                    <a:pt x="330160" y="114077"/>
                  </a:lnTo>
                  <a:lnTo>
                    <a:pt x="334308" y="106817"/>
                  </a:lnTo>
                  <a:lnTo>
                    <a:pt x="328086" y="112003"/>
                  </a:lnTo>
                  <a:lnTo>
                    <a:pt x="326012" y="109929"/>
                  </a:lnTo>
                  <a:cubicBezTo>
                    <a:pt x="326012" y="109929"/>
                    <a:pt x="324975" y="108892"/>
                    <a:pt x="324975" y="108892"/>
                  </a:cubicBezTo>
                  <a:lnTo>
                    <a:pt x="324975" y="108892"/>
                  </a:lnTo>
                  <a:cubicBezTo>
                    <a:pt x="323937" y="107855"/>
                    <a:pt x="323937" y="107855"/>
                    <a:pt x="322901" y="106817"/>
                  </a:cubicBezTo>
                  <a:cubicBezTo>
                    <a:pt x="321864" y="104744"/>
                    <a:pt x="321864" y="101632"/>
                    <a:pt x="322901" y="99558"/>
                  </a:cubicBezTo>
                  <a:lnTo>
                    <a:pt x="338456" y="65335"/>
                  </a:lnTo>
                  <a:lnTo>
                    <a:pt x="313567" y="47705"/>
                  </a:lnTo>
                  <a:lnTo>
                    <a:pt x="285567" y="72594"/>
                  </a:lnTo>
                  <a:cubicBezTo>
                    <a:pt x="283492" y="74669"/>
                    <a:pt x="279344" y="75705"/>
                    <a:pt x="276233" y="73632"/>
                  </a:cubicBezTo>
                  <a:cubicBezTo>
                    <a:pt x="264825" y="68447"/>
                    <a:pt x="252380" y="64298"/>
                    <a:pt x="239935" y="62224"/>
                  </a:cubicBezTo>
                  <a:cubicBezTo>
                    <a:pt x="236824" y="61187"/>
                    <a:pt x="233713" y="59113"/>
                    <a:pt x="233713" y="56002"/>
                  </a:cubicBezTo>
                  <a:lnTo>
                    <a:pt x="225416" y="19704"/>
                  </a:lnTo>
                  <a:lnTo>
                    <a:pt x="194304" y="19704"/>
                  </a:lnTo>
                  <a:lnTo>
                    <a:pt x="187046" y="56002"/>
                  </a:lnTo>
                  <a:cubicBezTo>
                    <a:pt x="186008" y="59113"/>
                    <a:pt x="182897" y="62224"/>
                    <a:pt x="179786" y="62224"/>
                  </a:cubicBezTo>
                  <a:lnTo>
                    <a:pt x="161119" y="67409"/>
                  </a:lnTo>
                  <a:lnTo>
                    <a:pt x="154896" y="60150"/>
                  </a:lnTo>
                  <a:lnTo>
                    <a:pt x="158007" y="68447"/>
                  </a:lnTo>
                  <a:lnTo>
                    <a:pt x="146600" y="72594"/>
                  </a:lnTo>
                  <a:cubicBezTo>
                    <a:pt x="143489" y="73632"/>
                    <a:pt x="137266" y="74669"/>
                    <a:pt x="135192" y="72594"/>
                  </a:cubicBezTo>
                  <a:lnTo>
                    <a:pt x="107192" y="47705"/>
                  </a:lnTo>
                  <a:lnTo>
                    <a:pt x="82302" y="65335"/>
                  </a:lnTo>
                  <a:lnTo>
                    <a:pt x="97858" y="98521"/>
                  </a:lnTo>
                  <a:cubicBezTo>
                    <a:pt x="98895" y="101632"/>
                    <a:pt x="98895" y="105781"/>
                    <a:pt x="96821" y="107855"/>
                  </a:cubicBezTo>
                  <a:cubicBezTo>
                    <a:pt x="88525" y="117188"/>
                    <a:pt x="80228" y="127559"/>
                    <a:pt x="74005" y="137929"/>
                  </a:cubicBezTo>
                  <a:cubicBezTo>
                    <a:pt x="71931" y="141041"/>
                    <a:pt x="68820" y="143115"/>
                    <a:pt x="65709" y="142078"/>
                  </a:cubicBezTo>
                  <a:lnTo>
                    <a:pt x="28374" y="137929"/>
                  </a:lnTo>
                  <a:lnTo>
                    <a:pt x="19041" y="166968"/>
                  </a:lnTo>
                  <a:lnTo>
                    <a:pt x="51190" y="184597"/>
                  </a:lnTo>
                  <a:cubicBezTo>
                    <a:pt x="54301" y="186671"/>
                    <a:pt x="55338" y="189782"/>
                    <a:pt x="55338" y="192894"/>
                  </a:cubicBezTo>
                  <a:lnTo>
                    <a:pt x="54301" y="198079"/>
                  </a:lnTo>
                  <a:cubicBezTo>
                    <a:pt x="54301" y="198079"/>
                    <a:pt x="54301" y="200153"/>
                    <a:pt x="54301" y="200153"/>
                  </a:cubicBezTo>
                  <a:lnTo>
                    <a:pt x="54301" y="202227"/>
                  </a:lnTo>
                  <a:lnTo>
                    <a:pt x="46005" y="204302"/>
                  </a:lnTo>
                  <a:lnTo>
                    <a:pt x="54301" y="204302"/>
                  </a:lnTo>
                  <a:lnTo>
                    <a:pt x="54301" y="210524"/>
                  </a:lnTo>
                  <a:lnTo>
                    <a:pt x="46005" y="212598"/>
                  </a:lnTo>
                  <a:lnTo>
                    <a:pt x="54301" y="212598"/>
                  </a:lnTo>
                  <a:lnTo>
                    <a:pt x="54301" y="217783"/>
                  </a:lnTo>
                  <a:cubicBezTo>
                    <a:pt x="54301" y="217783"/>
                    <a:pt x="54301" y="219857"/>
                    <a:pt x="54301" y="219857"/>
                  </a:cubicBezTo>
                  <a:cubicBezTo>
                    <a:pt x="54301" y="221932"/>
                    <a:pt x="54301" y="222969"/>
                    <a:pt x="54301" y="225043"/>
                  </a:cubicBezTo>
                  <a:lnTo>
                    <a:pt x="54301" y="227117"/>
                  </a:lnTo>
                  <a:cubicBezTo>
                    <a:pt x="54301" y="230228"/>
                    <a:pt x="53264" y="235413"/>
                    <a:pt x="50153" y="236450"/>
                  </a:cubicBezTo>
                  <a:lnTo>
                    <a:pt x="18004" y="255118"/>
                  </a:lnTo>
                  <a:lnTo>
                    <a:pt x="27338" y="284156"/>
                  </a:lnTo>
                  <a:lnTo>
                    <a:pt x="64672" y="280007"/>
                  </a:lnTo>
                  <a:cubicBezTo>
                    <a:pt x="68820" y="280007"/>
                    <a:pt x="71931" y="281044"/>
                    <a:pt x="72969" y="285192"/>
                  </a:cubicBezTo>
                  <a:lnTo>
                    <a:pt x="74005" y="288303"/>
                  </a:lnTo>
                  <a:cubicBezTo>
                    <a:pt x="75042" y="290378"/>
                    <a:pt x="76080" y="292452"/>
                    <a:pt x="77116" y="293489"/>
                  </a:cubicBezTo>
                  <a:lnTo>
                    <a:pt x="70894" y="299711"/>
                  </a:lnTo>
                  <a:lnTo>
                    <a:pt x="78154" y="294526"/>
                  </a:lnTo>
                  <a:lnTo>
                    <a:pt x="81265" y="298674"/>
                  </a:lnTo>
                  <a:lnTo>
                    <a:pt x="76080" y="305934"/>
                  </a:lnTo>
                  <a:lnTo>
                    <a:pt x="83339" y="300748"/>
                  </a:lnTo>
                  <a:lnTo>
                    <a:pt x="85413" y="302823"/>
                  </a:lnTo>
                  <a:lnTo>
                    <a:pt x="87487" y="304897"/>
                  </a:lnTo>
                  <a:lnTo>
                    <a:pt x="93710" y="312156"/>
                  </a:lnTo>
                  <a:cubicBezTo>
                    <a:pt x="93710" y="312156"/>
                    <a:pt x="94747" y="313193"/>
                    <a:pt x="94747" y="313193"/>
                  </a:cubicBezTo>
                  <a:cubicBezTo>
                    <a:pt x="96821" y="315267"/>
                    <a:pt x="97858" y="319415"/>
                    <a:pt x="96821" y="322527"/>
                  </a:cubicBezTo>
                  <a:lnTo>
                    <a:pt x="81265" y="356750"/>
                  </a:lnTo>
                  <a:lnTo>
                    <a:pt x="106154" y="374380"/>
                  </a:lnTo>
                  <a:lnTo>
                    <a:pt x="134155" y="349490"/>
                  </a:lnTo>
                  <a:cubicBezTo>
                    <a:pt x="136229" y="347416"/>
                    <a:pt x="140378" y="346379"/>
                    <a:pt x="143489" y="348454"/>
                  </a:cubicBezTo>
                  <a:cubicBezTo>
                    <a:pt x="154896" y="353639"/>
                    <a:pt x="167341" y="357787"/>
                    <a:pt x="179786" y="359861"/>
                  </a:cubicBezTo>
                  <a:cubicBezTo>
                    <a:pt x="182897" y="360898"/>
                    <a:pt x="186008" y="362972"/>
                    <a:pt x="186008" y="366083"/>
                  </a:cubicBezTo>
                  <a:lnTo>
                    <a:pt x="194304" y="402380"/>
                  </a:lnTo>
                  <a:lnTo>
                    <a:pt x="225416" y="402380"/>
                  </a:lnTo>
                  <a:lnTo>
                    <a:pt x="232676" y="366083"/>
                  </a:lnTo>
                  <a:cubicBezTo>
                    <a:pt x="233713" y="362972"/>
                    <a:pt x="235787" y="359861"/>
                    <a:pt x="238899" y="359861"/>
                  </a:cubicBezTo>
                  <a:cubicBezTo>
                    <a:pt x="243047" y="358824"/>
                    <a:pt x="248232" y="360898"/>
                    <a:pt x="249269" y="365046"/>
                  </a:cubicBezTo>
                  <a:cubicBezTo>
                    <a:pt x="250306" y="368157"/>
                    <a:pt x="249269" y="370232"/>
                    <a:pt x="248232" y="372306"/>
                  </a:cubicBezTo>
                  <a:lnTo>
                    <a:pt x="239935" y="411714"/>
                  </a:lnTo>
                  <a:cubicBezTo>
                    <a:pt x="239935" y="416899"/>
                    <a:pt x="236824" y="420010"/>
                    <a:pt x="232676" y="420010"/>
                  </a:cubicBezTo>
                  <a:moveTo>
                    <a:pt x="331197" y="98521"/>
                  </a:moveTo>
                  <a:lnTo>
                    <a:pt x="331197" y="98521"/>
                  </a:lnTo>
                  <a:lnTo>
                    <a:pt x="331197" y="98521"/>
                  </a:lnTo>
                  <a:close/>
                </a:path>
              </a:pathLst>
            </a:custGeom>
            <a:grpFill/>
            <a:ln w="10368" cap="flat">
              <a:noFill/>
              <a:prstDash val="solid"/>
              <a:miter/>
            </a:ln>
          </p:spPr>
          <p:txBody>
            <a:bodyPr rtlCol="0" anchor="ctr"/>
            <a:lstStyle/>
            <a:p>
              <a:endParaRPr lang="en-US" dirty="0"/>
            </a:p>
          </p:txBody>
        </p:sp>
        <p:sp>
          <p:nvSpPr>
            <p:cNvPr id="6" name="Freeform: Shape 5">
              <a:extLst>
                <a:ext uri="{FF2B5EF4-FFF2-40B4-BE49-F238E27FC236}">
                  <a16:creationId xmlns:a16="http://schemas.microsoft.com/office/drawing/2014/main" id="{BA446C62-50EF-B7E0-11EB-AA6A420F8677}"/>
                </a:ext>
              </a:extLst>
            </p:cNvPr>
            <p:cNvSpPr/>
            <p:nvPr/>
          </p:nvSpPr>
          <p:spPr>
            <a:xfrm>
              <a:off x="11626076" y="8210713"/>
              <a:ext cx="134818" cy="134818"/>
            </a:xfrm>
            <a:custGeom>
              <a:avLst/>
              <a:gdLst>
                <a:gd name="connsiteX0" fmla="*/ 67409 w 134818"/>
                <a:gd name="connsiteY0" fmla="*/ 134818 h 134818"/>
                <a:gd name="connsiteX1" fmla="*/ 0 w 134818"/>
                <a:gd name="connsiteY1" fmla="*/ 67409 h 134818"/>
                <a:gd name="connsiteX2" fmla="*/ 67409 w 134818"/>
                <a:gd name="connsiteY2" fmla="*/ 0 h 134818"/>
                <a:gd name="connsiteX3" fmla="*/ 134818 w 134818"/>
                <a:gd name="connsiteY3" fmla="*/ 67409 h 134818"/>
                <a:gd name="connsiteX4" fmla="*/ 67409 w 134818"/>
                <a:gd name="connsiteY4" fmla="*/ 134818 h 134818"/>
                <a:gd name="connsiteX5" fmla="*/ 67409 w 134818"/>
                <a:gd name="connsiteY5" fmla="*/ 16593 h 134818"/>
                <a:gd name="connsiteX6" fmla="*/ 16593 w 134818"/>
                <a:gd name="connsiteY6" fmla="*/ 67409 h 134818"/>
                <a:gd name="connsiteX7" fmla="*/ 67409 w 134818"/>
                <a:gd name="connsiteY7" fmla="*/ 118225 h 134818"/>
                <a:gd name="connsiteX8" fmla="*/ 118225 w 134818"/>
                <a:gd name="connsiteY8" fmla="*/ 67409 h 134818"/>
                <a:gd name="connsiteX9" fmla="*/ 67409 w 134818"/>
                <a:gd name="connsiteY9" fmla="*/ 16593 h 1348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4818" h="134818">
                  <a:moveTo>
                    <a:pt x="67409" y="134818"/>
                  </a:moveTo>
                  <a:cubicBezTo>
                    <a:pt x="30074" y="134818"/>
                    <a:pt x="0" y="104743"/>
                    <a:pt x="0" y="67409"/>
                  </a:cubicBezTo>
                  <a:cubicBezTo>
                    <a:pt x="0" y="30075"/>
                    <a:pt x="30074" y="0"/>
                    <a:pt x="67409" y="0"/>
                  </a:cubicBezTo>
                  <a:cubicBezTo>
                    <a:pt x="104743" y="0"/>
                    <a:pt x="134818" y="30075"/>
                    <a:pt x="134818" y="67409"/>
                  </a:cubicBezTo>
                  <a:cubicBezTo>
                    <a:pt x="134818" y="103706"/>
                    <a:pt x="104743" y="134818"/>
                    <a:pt x="67409" y="134818"/>
                  </a:cubicBezTo>
                  <a:moveTo>
                    <a:pt x="67409" y="16593"/>
                  </a:moveTo>
                  <a:cubicBezTo>
                    <a:pt x="39408" y="16593"/>
                    <a:pt x="16593" y="39408"/>
                    <a:pt x="16593" y="67409"/>
                  </a:cubicBezTo>
                  <a:cubicBezTo>
                    <a:pt x="16593" y="95410"/>
                    <a:pt x="39408" y="118225"/>
                    <a:pt x="67409" y="118225"/>
                  </a:cubicBezTo>
                  <a:cubicBezTo>
                    <a:pt x="95410" y="118225"/>
                    <a:pt x="118225" y="95410"/>
                    <a:pt x="118225" y="67409"/>
                  </a:cubicBezTo>
                  <a:cubicBezTo>
                    <a:pt x="118225" y="39408"/>
                    <a:pt x="95410" y="16593"/>
                    <a:pt x="67409" y="16593"/>
                  </a:cubicBezTo>
                </a:path>
              </a:pathLst>
            </a:custGeom>
            <a:grpFill/>
            <a:ln w="10368" cap="flat">
              <a:noFill/>
              <a:prstDash val="solid"/>
              <a:miter/>
            </a:ln>
          </p:spPr>
          <p:txBody>
            <a:bodyPr rtlCol="0" anchor="ctr"/>
            <a:lstStyle/>
            <a:p>
              <a:endParaRPr lang="en-US" dirty="0"/>
            </a:p>
          </p:txBody>
        </p:sp>
        <p:sp>
          <p:nvSpPr>
            <p:cNvPr id="8" name="Freeform: Shape 7">
              <a:extLst>
                <a:ext uri="{FF2B5EF4-FFF2-40B4-BE49-F238E27FC236}">
                  <a16:creationId xmlns:a16="http://schemas.microsoft.com/office/drawing/2014/main" id="{20FD4892-B325-3ADC-50E6-ADC7308DFEBA}"/>
                </a:ext>
              </a:extLst>
            </p:cNvPr>
            <p:cNvSpPr/>
            <p:nvPr/>
          </p:nvSpPr>
          <p:spPr>
            <a:xfrm>
              <a:off x="12024308" y="8154711"/>
              <a:ext cx="62224" cy="62224"/>
            </a:xfrm>
            <a:custGeom>
              <a:avLst/>
              <a:gdLst>
                <a:gd name="connsiteX0" fmla="*/ 33186 w 62223"/>
                <a:gd name="connsiteY0" fmla="*/ 66372 h 62223"/>
                <a:gd name="connsiteX1" fmla="*/ 0 w 62223"/>
                <a:gd name="connsiteY1" fmla="*/ 33186 h 62223"/>
                <a:gd name="connsiteX2" fmla="*/ 33186 w 62223"/>
                <a:gd name="connsiteY2" fmla="*/ 0 h 62223"/>
                <a:gd name="connsiteX3" fmla="*/ 66372 w 62223"/>
                <a:gd name="connsiteY3" fmla="*/ 33186 h 62223"/>
                <a:gd name="connsiteX4" fmla="*/ 33186 w 62223"/>
                <a:gd name="connsiteY4" fmla="*/ 66372 h 622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223" h="62223">
                  <a:moveTo>
                    <a:pt x="33186" y="66372"/>
                  </a:moveTo>
                  <a:cubicBezTo>
                    <a:pt x="14519" y="66372"/>
                    <a:pt x="0" y="51853"/>
                    <a:pt x="0" y="33186"/>
                  </a:cubicBezTo>
                  <a:cubicBezTo>
                    <a:pt x="0" y="14519"/>
                    <a:pt x="15556" y="0"/>
                    <a:pt x="33186" y="0"/>
                  </a:cubicBezTo>
                  <a:cubicBezTo>
                    <a:pt x="51853" y="0"/>
                    <a:pt x="66372" y="14519"/>
                    <a:pt x="66372" y="33186"/>
                  </a:cubicBezTo>
                  <a:cubicBezTo>
                    <a:pt x="66372" y="51853"/>
                    <a:pt x="51853" y="66372"/>
                    <a:pt x="33186" y="66372"/>
                  </a:cubicBezTo>
                </a:path>
              </a:pathLst>
            </a:custGeom>
            <a:grpFill/>
            <a:ln w="10368" cap="flat">
              <a:noFill/>
              <a:prstDash val="solid"/>
              <a:miter/>
            </a:ln>
          </p:spPr>
          <p:txBody>
            <a:bodyPr rtlCol="0" anchor="ctr"/>
            <a:lstStyle/>
            <a:p>
              <a:endParaRPr lang="en-US" dirty="0"/>
            </a:p>
          </p:txBody>
        </p:sp>
        <p:sp>
          <p:nvSpPr>
            <p:cNvPr id="9" name="Freeform: Shape 8">
              <a:extLst>
                <a:ext uri="{FF2B5EF4-FFF2-40B4-BE49-F238E27FC236}">
                  <a16:creationId xmlns:a16="http://schemas.microsoft.com/office/drawing/2014/main" id="{DCF5EADB-323A-6DE3-0256-B73D74537D5F}"/>
                </a:ext>
              </a:extLst>
            </p:cNvPr>
            <p:cNvSpPr/>
            <p:nvPr/>
          </p:nvSpPr>
          <p:spPr>
            <a:xfrm>
              <a:off x="11284863" y="7886112"/>
              <a:ext cx="798538" cy="798538"/>
            </a:xfrm>
            <a:custGeom>
              <a:avLst/>
              <a:gdLst>
                <a:gd name="connsiteX0" fmla="*/ 775742 w 798538"/>
                <a:gd name="connsiteY0" fmla="*/ 369194 h 798538"/>
                <a:gd name="connsiteX1" fmla="*/ 774705 w 798538"/>
                <a:gd name="connsiteY1" fmla="*/ 369194 h 798538"/>
                <a:gd name="connsiteX2" fmla="*/ 749815 w 798538"/>
                <a:gd name="connsiteY2" fmla="*/ 393046 h 798538"/>
                <a:gd name="connsiteX3" fmla="*/ 749815 w 798538"/>
                <a:gd name="connsiteY3" fmla="*/ 395121 h 798538"/>
                <a:gd name="connsiteX4" fmla="*/ 748779 w 798538"/>
                <a:gd name="connsiteY4" fmla="*/ 410677 h 798538"/>
                <a:gd name="connsiteX5" fmla="*/ 648183 w 798538"/>
                <a:gd name="connsiteY5" fmla="*/ 657498 h 798538"/>
                <a:gd name="connsiteX6" fmla="*/ 402399 w 798538"/>
                <a:gd name="connsiteY6" fmla="*/ 756019 h 798538"/>
                <a:gd name="connsiteX7" fmla="*/ 402399 w 798538"/>
                <a:gd name="connsiteY7" fmla="*/ 756019 h 798538"/>
                <a:gd name="connsiteX8" fmla="*/ 154542 w 798538"/>
                <a:gd name="connsiteY8" fmla="*/ 654386 h 798538"/>
                <a:gd name="connsiteX9" fmla="*/ 49798 w 798538"/>
                <a:gd name="connsiteY9" fmla="*/ 403417 h 798538"/>
                <a:gd name="connsiteX10" fmla="*/ 49798 w 798538"/>
                <a:gd name="connsiteY10" fmla="*/ 403417 h 798538"/>
                <a:gd name="connsiteX11" fmla="*/ 148319 w 798538"/>
                <a:gd name="connsiteY11" fmla="*/ 159707 h 798538"/>
                <a:gd name="connsiteX12" fmla="*/ 387881 w 798538"/>
                <a:gd name="connsiteY12" fmla="*/ 50816 h 798538"/>
                <a:gd name="connsiteX13" fmla="*/ 400326 w 798538"/>
                <a:gd name="connsiteY13" fmla="*/ 49779 h 798538"/>
                <a:gd name="connsiteX14" fmla="*/ 403437 w 798538"/>
                <a:gd name="connsiteY14" fmla="*/ 49779 h 798538"/>
                <a:gd name="connsiteX15" fmla="*/ 403437 w 798538"/>
                <a:gd name="connsiteY15" fmla="*/ 49779 h 798538"/>
                <a:gd name="connsiteX16" fmla="*/ 426252 w 798538"/>
                <a:gd name="connsiteY16" fmla="*/ 23852 h 798538"/>
                <a:gd name="connsiteX17" fmla="*/ 403437 w 798538"/>
                <a:gd name="connsiteY17" fmla="*/ 0 h 798538"/>
                <a:gd name="connsiteX18" fmla="*/ 403437 w 798538"/>
                <a:gd name="connsiteY18" fmla="*/ 0 h 798538"/>
                <a:gd name="connsiteX19" fmla="*/ 400326 w 798538"/>
                <a:gd name="connsiteY19" fmla="*/ 0 h 798538"/>
                <a:gd name="connsiteX20" fmla="*/ 385807 w 798538"/>
                <a:gd name="connsiteY20" fmla="*/ 1037 h 798538"/>
                <a:gd name="connsiteX21" fmla="*/ 112022 w 798538"/>
                <a:gd name="connsiteY21" fmla="*/ 124448 h 798538"/>
                <a:gd name="connsiteX22" fmla="*/ 19 w 798538"/>
                <a:gd name="connsiteY22" fmla="*/ 403417 h 798538"/>
                <a:gd name="connsiteX23" fmla="*/ 19 w 798538"/>
                <a:gd name="connsiteY23" fmla="*/ 403417 h 798538"/>
                <a:gd name="connsiteX24" fmla="*/ 120319 w 798538"/>
                <a:gd name="connsiteY24" fmla="*/ 690684 h 798538"/>
                <a:gd name="connsiteX25" fmla="*/ 402399 w 798538"/>
                <a:gd name="connsiteY25" fmla="*/ 806835 h 798538"/>
                <a:gd name="connsiteX26" fmla="*/ 404474 w 798538"/>
                <a:gd name="connsiteY26" fmla="*/ 806835 h 798538"/>
                <a:gd name="connsiteX27" fmla="*/ 404474 w 798538"/>
                <a:gd name="connsiteY27" fmla="*/ 806835 h 798538"/>
                <a:gd name="connsiteX28" fmla="*/ 555885 w 798538"/>
                <a:gd name="connsiteY28" fmla="*/ 777797 h 798538"/>
                <a:gd name="connsiteX29" fmla="*/ 685518 w 798538"/>
                <a:gd name="connsiteY29" fmla="*/ 692758 h 798538"/>
                <a:gd name="connsiteX30" fmla="*/ 770557 w 798538"/>
                <a:gd name="connsiteY30" fmla="*/ 563125 h 798538"/>
                <a:gd name="connsiteX31" fmla="*/ 801669 w 798538"/>
                <a:gd name="connsiteY31" fmla="*/ 412751 h 798538"/>
                <a:gd name="connsiteX32" fmla="*/ 802706 w 798538"/>
                <a:gd name="connsiteY32" fmla="*/ 395121 h 798538"/>
                <a:gd name="connsiteX33" fmla="*/ 802706 w 798538"/>
                <a:gd name="connsiteY33" fmla="*/ 393046 h 798538"/>
                <a:gd name="connsiteX34" fmla="*/ 775742 w 798538"/>
                <a:gd name="connsiteY34" fmla="*/ 369194 h 798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98538" h="798538">
                  <a:moveTo>
                    <a:pt x="775742" y="369194"/>
                  </a:moveTo>
                  <a:cubicBezTo>
                    <a:pt x="775742" y="369194"/>
                    <a:pt x="774705" y="369194"/>
                    <a:pt x="774705" y="369194"/>
                  </a:cubicBezTo>
                  <a:cubicBezTo>
                    <a:pt x="761223" y="369194"/>
                    <a:pt x="749815" y="379565"/>
                    <a:pt x="749815" y="393046"/>
                  </a:cubicBezTo>
                  <a:lnTo>
                    <a:pt x="749815" y="395121"/>
                  </a:lnTo>
                  <a:cubicBezTo>
                    <a:pt x="749815" y="405491"/>
                    <a:pt x="748779" y="410677"/>
                    <a:pt x="748779" y="410677"/>
                  </a:cubicBezTo>
                  <a:cubicBezTo>
                    <a:pt x="746704" y="501938"/>
                    <a:pt x="712481" y="593200"/>
                    <a:pt x="648183" y="657498"/>
                  </a:cubicBezTo>
                  <a:cubicBezTo>
                    <a:pt x="584923" y="721796"/>
                    <a:pt x="493661" y="757056"/>
                    <a:pt x="402399" y="756019"/>
                  </a:cubicBezTo>
                  <a:lnTo>
                    <a:pt x="402399" y="756019"/>
                  </a:lnTo>
                  <a:cubicBezTo>
                    <a:pt x="310101" y="756019"/>
                    <a:pt x="219876" y="718685"/>
                    <a:pt x="154542" y="654386"/>
                  </a:cubicBezTo>
                  <a:cubicBezTo>
                    <a:pt x="87133" y="589052"/>
                    <a:pt x="48761" y="496753"/>
                    <a:pt x="49798" y="403417"/>
                  </a:cubicBezTo>
                  <a:lnTo>
                    <a:pt x="49798" y="403417"/>
                  </a:lnTo>
                  <a:cubicBezTo>
                    <a:pt x="49798" y="313193"/>
                    <a:pt x="86095" y="224005"/>
                    <a:pt x="148319" y="159707"/>
                  </a:cubicBezTo>
                  <a:cubicBezTo>
                    <a:pt x="210543" y="94372"/>
                    <a:pt x="297656" y="54964"/>
                    <a:pt x="387881" y="50816"/>
                  </a:cubicBezTo>
                  <a:cubicBezTo>
                    <a:pt x="392029" y="50816"/>
                    <a:pt x="396177" y="50816"/>
                    <a:pt x="400326" y="49779"/>
                  </a:cubicBezTo>
                  <a:lnTo>
                    <a:pt x="403437" y="49779"/>
                  </a:lnTo>
                  <a:lnTo>
                    <a:pt x="403437" y="49779"/>
                  </a:lnTo>
                  <a:cubicBezTo>
                    <a:pt x="416918" y="48742"/>
                    <a:pt x="427289" y="37334"/>
                    <a:pt x="426252" y="23852"/>
                  </a:cubicBezTo>
                  <a:cubicBezTo>
                    <a:pt x="425215" y="11407"/>
                    <a:pt x="415882" y="1037"/>
                    <a:pt x="403437" y="0"/>
                  </a:cubicBezTo>
                  <a:lnTo>
                    <a:pt x="403437" y="0"/>
                  </a:lnTo>
                  <a:cubicBezTo>
                    <a:pt x="401362" y="0"/>
                    <a:pt x="400326" y="0"/>
                    <a:pt x="400326" y="0"/>
                  </a:cubicBezTo>
                  <a:cubicBezTo>
                    <a:pt x="395140" y="0"/>
                    <a:pt x="390992" y="0"/>
                    <a:pt x="385807" y="1037"/>
                  </a:cubicBezTo>
                  <a:cubicBezTo>
                    <a:pt x="283137" y="5185"/>
                    <a:pt x="182542" y="50816"/>
                    <a:pt x="112022" y="124448"/>
                  </a:cubicBezTo>
                  <a:cubicBezTo>
                    <a:pt x="40465" y="198079"/>
                    <a:pt x="-1018" y="300748"/>
                    <a:pt x="19" y="403417"/>
                  </a:cubicBezTo>
                  <a:lnTo>
                    <a:pt x="19" y="403417"/>
                  </a:lnTo>
                  <a:cubicBezTo>
                    <a:pt x="19" y="510235"/>
                    <a:pt x="43576" y="616015"/>
                    <a:pt x="120319" y="690684"/>
                  </a:cubicBezTo>
                  <a:cubicBezTo>
                    <a:pt x="193950" y="764316"/>
                    <a:pt x="297656" y="806835"/>
                    <a:pt x="402399" y="806835"/>
                  </a:cubicBezTo>
                  <a:lnTo>
                    <a:pt x="404474" y="806835"/>
                  </a:lnTo>
                  <a:lnTo>
                    <a:pt x="404474" y="806835"/>
                  </a:lnTo>
                  <a:cubicBezTo>
                    <a:pt x="456327" y="806835"/>
                    <a:pt x="508180" y="797501"/>
                    <a:pt x="555885" y="777797"/>
                  </a:cubicBezTo>
                  <a:cubicBezTo>
                    <a:pt x="604627" y="759130"/>
                    <a:pt x="649221" y="730092"/>
                    <a:pt x="685518" y="692758"/>
                  </a:cubicBezTo>
                  <a:cubicBezTo>
                    <a:pt x="722852" y="655424"/>
                    <a:pt x="750853" y="610830"/>
                    <a:pt x="770557" y="563125"/>
                  </a:cubicBezTo>
                  <a:cubicBezTo>
                    <a:pt x="790261" y="515420"/>
                    <a:pt x="799595" y="463567"/>
                    <a:pt x="801669" y="412751"/>
                  </a:cubicBezTo>
                  <a:cubicBezTo>
                    <a:pt x="801669" y="412751"/>
                    <a:pt x="801669" y="406529"/>
                    <a:pt x="802706" y="395121"/>
                  </a:cubicBezTo>
                  <a:lnTo>
                    <a:pt x="802706" y="393046"/>
                  </a:lnTo>
                  <a:cubicBezTo>
                    <a:pt x="799595" y="380602"/>
                    <a:pt x="789224" y="370232"/>
                    <a:pt x="775742" y="369194"/>
                  </a:cubicBezTo>
                </a:path>
              </a:pathLst>
            </a:custGeom>
            <a:grpFill/>
            <a:ln w="10368" cap="flat">
              <a:noFill/>
              <a:prstDash val="solid"/>
              <a:miter/>
            </a:ln>
          </p:spPr>
          <p:txBody>
            <a:bodyPr rtlCol="0" anchor="ctr"/>
            <a:lstStyle/>
            <a:p>
              <a:endParaRPr lang="en-US" dirty="0"/>
            </a:p>
          </p:txBody>
        </p:sp>
      </p:grpSp>
    </p:spTree>
    <p:extLst>
      <p:ext uri="{BB962C8B-B14F-4D97-AF65-F5344CB8AC3E}">
        <p14:creationId xmlns:p14="http://schemas.microsoft.com/office/powerpoint/2010/main" val="42117453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40B240-3CF3-4885-8675-E889E0FC91F4}"/>
              </a:ext>
            </a:extLst>
          </p:cNvPr>
          <p:cNvSpPr>
            <a:spLocks noGrp="1"/>
          </p:cNvSpPr>
          <p:nvPr>
            <p:ph type="title"/>
          </p:nvPr>
        </p:nvSpPr>
        <p:spPr/>
        <p:txBody>
          <a:bodyPr/>
          <a:lstStyle/>
          <a:p>
            <a:r>
              <a:rPr lang="en-US" dirty="0" err="1"/>
              <a:t>GenAI</a:t>
            </a:r>
            <a:r>
              <a:rPr lang="en-US" dirty="0"/>
              <a:t> hype dies down, and CSPs face the hard work needed to make it a reality</a:t>
            </a:r>
          </a:p>
        </p:txBody>
      </p:sp>
    </p:spTree>
    <p:extLst>
      <p:ext uri="{BB962C8B-B14F-4D97-AF65-F5344CB8AC3E}">
        <p14:creationId xmlns:p14="http://schemas.microsoft.com/office/powerpoint/2010/main" val="17646181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A0082E-C3CD-8139-7FDA-490085DD9FB6}"/>
            </a:ext>
          </a:extLst>
        </p:cNvPr>
        <p:cNvGrpSpPr/>
        <p:nvPr/>
      </p:nvGrpSpPr>
      <p:grpSpPr>
        <a:xfrm>
          <a:off x="0" y="0"/>
          <a:ext cx="0" cy="0"/>
          <a:chOff x="0" y="0"/>
          <a:chExt cx="0" cy="0"/>
        </a:xfrm>
      </p:grpSpPr>
      <p:sp>
        <p:nvSpPr>
          <p:cNvPr id="4" name="Google Shape;1748;p49">
            <a:extLst>
              <a:ext uri="{FF2B5EF4-FFF2-40B4-BE49-F238E27FC236}">
                <a16:creationId xmlns:a16="http://schemas.microsoft.com/office/drawing/2014/main" id="{A02DE57B-DDF1-5373-FB9E-59307C5EB797}"/>
              </a:ext>
            </a:extLst>
          </p:cNvPr>
          <p:cNvSpPr/>
          <p:nvPr/>
        </p:nvSpPr>
        <p:spPr>
          <a:xfrm>
            <a:off x="348314" y="3031458"/>
            <a:ext cx="2481551" cy="2707703"/>
          </a:xfrm>
          <a:custGeom>
            <a:avLst/>
            <a:gdLst/>
            <a:ahLst/>
            <a:cxnLst/>
            <a:rect l="l" t="t" r="r" b="b"/>
            <a:pathLst>
              <a:path w="21600" h="120000" extrusionOk="0">
                <a:moveTo>
                  <a:pt x="0" y="0"/>
                </a:moveTo>
                <a:lnTo>
                  <a:pt x="21600" y="0"/>
                </a:lnTo>
                <a:lnTo>
                  <a:pt x="21600" y="0"/>
                </a:lnTo>
                <a:lnTo>
                  <a:pt x="0" y="0"/>
                </a:lnTo>
                <a:close/>
              </a:path>
            </a:pathLst>
          </a:custGeom>
          <a:noFill/>
          <a:ln>
            <a:noFill/>
          </a:ln>
        </p:spPr>
        <p:txBody>
          <a:bodyPr spcFirstLastPara="1" wrap="square" lIns="72000" tIns="72000" rIns="72000" bIns="216000" anchor="t" anchorCtr="0">
            <a:noAutofit/>
          </a:bodyPr>
          <a:lstStyle/>
          <a:p>
            <a:pPr marL="216000" indent="-216000">
              <a:lnSpc>
                <a:spcPct val="95000"/>
              </a:lnSpc>
              <a:spcBef>
                <a:spcPts val="300"/>
              </a:spcBef>
              <a:spcAft>
                <a:spcPts val="400"/>
              </a:spcAft>
              <a:buClr>
                <a:schemeClr val="accent1"/>
              </a:buClr>
              <a:buFont typeface="Arial" panose="020B0604020202020204" pitchFamily="34" charset="0"/>
              <a:buChar char="•"/>
            </a:pPr>
            <a:r>
              <a:rPr lang="en-US" sz="1600" dirty="0">
                <a:ea typeface="Roboto" panose="02000000000000000000" pitchFamily="2" charset="0"/>
              </a:rPr>
              <a:t>CSPs expressing confidence that </a:t>
            </a:r>
            <a:r>
              <a:rPr lang="en-US" sz="1600" dirty="0" err="1">
                <a:ea typeface="Roboto" panose="02000000000000000000" pitchFamily="2" charset="0"/>
              </a:rPr>
              <a:t>GenAI</a:t>
            </a:r>
            <a:r>
              <a:rPr lang="en-US" sz="1600" dirty="0">
                <a:ea typeface="Roboto" panose="02000000000000000000" pitchFamily="2" charset="0"/>
              </a:rPr>
              <a:t> will have a positive impact within two years</a:t>
            </a:r>
            <a:endParaRPr lang="en-US" altLang="zh-CN" sz="1600" dirty="0">
              <a:solidFill>
                <a:schemeClr val="bg2">
                  <a:lumMod val="50000"/>
                </a:schemeClr>
              </a:solidFill>
              <a:ea typeface="微软雅黑" panose="020B0503020204020204" pitchFamily="34" charset="-122"/>
            </a:endParaRPr>
          </a:p>
        </p:txBody>
      </p:sp>
      <p:sp>
        <p:nvSpPr>
          <p:cNvPr id="6" name="Google Shape;1750;p49">
            <a:extLst>
              <a:ext uri="{FF2B5EF4-FFF2-40B4-BE49-F238E27FC236}">
                <a16:creationId xmlns:a16="http://schemas.microsoft.com/office/drawing/2014/main" id="{9D3EA45C-DE90-D16B-F61A-B3753F8A3921}"/>
              </a:ext>
            </a:extLst>
          </p:cNvPr>
          <p:cNvSpPr/>
          <p:nvPr/>
        </p:nvSpPr>
        <p:spPr>
          <a:xfrm>
            <a:off x="348314" y="1428681"/>
            <a:ext cx="2028399" cy="1036170"/>
          </a:xfrm>
          <a:custGeom>
            <a:avLst/>
            <a:gdLst/>
            <a:ahLst/>
            <a:cxnLst/>
            <a:rect l="l" t="t" r="r" b="b"/>
            <a:pathLst>
              <a:path w="21600" h="120000" extrusionOk="0">
                <a:moveTo>
                  <a:pt x="0" y="0"/>
                </a:moveTo>
                <a:lnTo>
                  <a:pt x="21600" y="0"/>
                </a:lnTo>
                <a:lnTo>
                  <a:pt x="21600" y="0"/>
                </a:lnTo>
                <a:lnTo>
                  <a:pt x="0" y="0"/>
                </a:lnTo>
                <a:close/>
              </a:path>
            </a:pathLst>
          </a:custGeom>
          <a:noFill/>
          <a:ln>
            <a:noFill/>
          </a:ln>
        </p:spPr>
        <p:txBody>
          <a:bodyPr spcFirstLastPara="1" wrap="square" lIns="19050" tIns="19050" rIns="19050" bIns="19050" anchor="t" anchorCtr="0">
            <a:noAutofit/>
          </a:bodyPr>
          <a:lstStyle/>
          <a:p>
            <a:pPr marL="0" marR="0" lvl="0" indent="0" algn="l" rtl="0">
              <a:lnSpc>
                <a:spcPct val="100000"/>
              </a:lnSpc>
              <a:spcBef>
                <a:spcPts val="0"/>
              </a:spcBef>
              <a:spcAft>
                <a:spcPts val="0"/>
              </a:spcAft>
              <a:buClr>
                <a:schemeClr val="accent1"/>
              </a:buClr>
              <a:buSzPts val="4500"/>
              <a:buFont typeface="Barlow SemiBold"/>
              <a:buNone/>
            </a:pPr>
            <a:r>
              <a:rPr lang="en-US" sz="7200" b="1" i="0" u="none" strike="noStrike" cap="none" dirty="0">
                <a:solidFill>
                  <a:schemeClr val="accent1"/>
                </a:solidFill>
                <a:ea typeface="Barlow SemiBold"/>
                <a:cs typeface="Barlow SemiBold"/>
                <a:sym typeface="Barlow SemiBold"/>
              </a:rPr>
              <a:t>97% </a:t>
            </a:r>
            <a:endParaRPr lang="en-US" sz="7200" b="1" dirty="0"/>
          </a:p>
        </p:txBody>
      </p:sp>
      <p:cxnSp>
        <p:nvCxnSpPr>
          <p:cNvPr id="7" name="Google Shape;1751;p49">
            <a:extLst>
              <a:ext uri="{FF2B5EF4-FFF2-40B4-BE49-F238E27FC236}">
                <a16:creationId xmlns:a16="http://schemas.microsoft.com/office/drawing/2014/main" id="{3F20D24E-D5B5-A0E0-B1A2-058FD0B28D4C}"/>
              </a:ext>
            </a:extLst>
          </p:cNvPr>
          <p:cNvCxnSpPr>
            <a:cxnSpLocks/>
          </p:cNvCxnSpPr>
          <p:nvPr/>
        </p:nvCxnSpPr>
        <p:spPr>
          <a:xfrm>
            <a:off x="3036284" y="1616280"/>
            <a:ext cx="1" cy="3969510"/>
          </a:xfrm>
          <a:prstGeom prst="straightConnector1">
            <a:avLst/>
          </a:prstGeom>
          <a:noFill/>
          <a:ln w="9525" cap="flat" cmpd="sng">
            <a:solidFill>
              <a:schemeClr val="bg2"/>
            </a:solidFill>
            <a:prstDash val="dash"/>
            <a:miter lim="400000"/>
            <a:headEnd type="none" w="sm" len="sm"/>
            <a:tailEnd type="none" w="sm" len="sm"/>
          </a:ln>
        </p:spPr>
      </p:cxnSp>
      <p:cxnSp>
        <p:nvCxnSpPr>
          <p:cNvPr id="8" name="Google Shape;1752;p49">
            <a:extLst>
              <a:ext uri="{FF2B5EF4-FFF2-40B4-BE49-F238E27FC236}">
                <a16:creationId xmlns:a16="http://schemas.microsoft.com/office/drawing/2014/main" id="{64F7521D-CE7E-FA05-B1AA-A31A9679C8EA}"/>
              </a:ext>
            </a:extLst>
          </p:cNvPr>
          <p:cNvCxnSpPr>
            <a:cxnSpLocks/>
          </p:cNvCxnSpPr>
          <p:nvPr/>
        </p:nvCxnSpPr>
        <p:spPr>
          <a:xfrm>
            <a:off x="6007711" y="1616280"/>
            <a:ext cx="1" cy="3969510"/>
          </a:xfrm>
          <a:prstGeom prst="straightConnector1">
            <a:avLst/>
          </a:prstGeom>
          <a:noFill/>
          <a:ln w="9525" cap="flat" cmpd="sng">
            <a:solidFill>
              <a:schemeClr val="bg2"/>
            </a:solidFill>
            <a:prstDash val="dash"/>
            <a:miter lim="400000"/>
            <a:headEnd type="none" w="sm" len="sm"/>
            <a:tailEnd type="none" w="sm" len="sm"/>
          </a:ln>
        </p:spPr>
      </p:cxnSp>
      <p:cxnSp>
        <p:nvCxnSpPr>
          <p:cNvPr id="9" name="Google Shape;1753;p49">
            <a:extLst>
              <a:ext uri="{FF2B5EF4-FFF2-40B4-BE49-F238E27FC236}">
                <a16:creationId xmlns:a16="http://schemas.microsoft.com/office/drawing/2014/main" id="{AB71BF24-B728-7B08-1CB5-01D8D7194B10}"/>
              </a:ext>
            </a:extLst>
          </p:cNvPr>
          <p:cNvCxnSpPr>
            <a:cxnSpLocks/>
          </p:cNvCxnSpPr>
          <p:nvPr/>
        </p:nvCxnSpPr>
        <p:spPr>
          <a:xfrm>
            <a:off x="8978140" y="1616280"/>
            <a:ext cx="1" cy="3969510"/>
          </a:xfrm>
          <a:prstGeom prst="straightConnector1">
            <a:avLst/>
          </a:prstGeom>
          <a:noFill/>
          <a:ln w="9525" cap="flat" cmpd="sng">
            <a:solidFill>
              <a:schemeClr val="bg2"/>
            </a:solidFill>
            <a:prstDash val="dash"/>
            <a:miter lim="400000"/>
            <a:headEnd type="none" w="sm" len="sm"/>
            <a:tailEnd type="none" w="sm" len="sm"/>
          </a:ln>
        </p:spPr>
      </p:cxnSp>
      <p:sp>
        <p:nvSpPr>
          <p:cNvPr id="10" name="Google Shape;1754;p49">
            <a:extLst>
              <a:ext uri="{FF2B5EF4-FFF2-40B4-BE49-F238E27FC236}">
                <a16:creationId xmlns:a16="http://schemas.microsoft.com/office/drawing/2014/main" id="{1BF3A565-0DF6-BF9D-97F3-1C63A8E06343}"/>
              </a:ext>
            </a:extLst>
          </p:cNvPr>
          <p:cNvSpPr/>
          <p:nvPr/>
        </p:nvSpPr>
        <p:spPr>
          <a:xfrm>
            <a:off x="3324744" y="3031458"/>
            <a:ext cx="2481551" cy="2707703"/>
          </a:xfrm>
          <a:custGeom>
            <a:avLst/>
            <a:gdLst/>
            <a:ahLst/>
            <a:cxnLst/>
            <a:rect l="l" t="t" r="r" b="b"/>
            <a:pathLst>
              <a:path w="21600" h="120000" extrusionOk="0">
                <a:moveTo>
                  <a:pt x="0" y="0"/>
                </a:moveTo>
                <a:lnTo>
                  <a:pt x="21600" y="0"/>
                </a:lnTo>
                <a:lnTo>
                  <a:pt x="21600" y="0"/>
                </a:lnTo>
                <a:lnTo>
                  <a:pt x="0" y="0"/>
                </a:lnTo>
                <a:close/>
              </a:path>
            </a:pathLst>
          </a:custGeom>
          <a:noFill/>
          <a:ln>
            <a:noFill/>
          </a:ln>
        </p:spPr>
        <p:txBody>
          <a:bodyPr spcFirstLastPara="1" wrap="square" lIns="72000" tIns="72000" rIns="72000" bIns="216000" anchor="t" anchorCtr="0">
            <a:noAutofit/>
          </a:bodyPr>
          <a:lstStyle/>
          <a:p>
            <a:pPr marL="216000" indent="-216000">
              <a:lnSpc>
                <a:spcPct val="95000"/>
              </a:lnSpc>
              <a:spcBef>
                <a:spcPts val="300"/>
              </a:spcBef>
              <a:spcAft>
                <a:spcPts val="400"/>
              </a:spcAft>
              <a:buClr>
                <a:schemeClr val="accent2"/>
              </a:buClr>
              <a:buFont typeface="Arial" panose="020B0604020202020204" pitchFamily="34" charset="0"/>
              <a:buChar char="•"/>
            </a:pPr>
            <a:r>
              <a:rPr lang="en-US" altLang="zh-CN" sz="1600" dirty="0">
                <a:ea typeface="Roboto" panose="02000000000000000000" pitchFamily="2" charset="0"/>
              </a:rPr>
              <a:t>CSPs that have defined KPIs for their </a:t>
            </a:r>
            <a:r>
              <a:rPr lang="en-US" altLang="zh-CN" sz="1600" dirty="0" err="1">
                <a:ea typeface="Roboto" panose="02000000000000000000" pitchFamily="2" charset="0"/>
              </a:rPr>
              <a:t>GenAI</a:t>
            </a:r>
            <a:r>
              <a:rPr lang="en-US" altLang="zh-CN" sz="1600" dirty="0">
                <a:ea typeface="Roboto" panose="02000000000000000000" pitchFamily="2" charset="0"/>
              </a:rPr>
              <a:t> projects</a:t>
            </a:r>
            <a:endParaRPr lang="en-US" altLang="zh-CN" sz="1600" dirty="0"/>
          </a:p>
        </p:txBody>
      </p:sp>
      <p:sp>
        <p:nvSpPr>
          <p:cNvPr id="12" name="Google Shape;1756;p49">
            <a:extLst>
              <a:ext uri="{FF2B5EF4-FFF2-40B4-BE49-F238E27FC236}">
                <a16:creationId xmlns:a16="http://schemas.microsoft.com/office/drawing/2014/main" id="{B89992FE-5BB9-A97F-0D31-C5C1FF6BC1C0}"/>
              </a:ext>
            </a:extLst>
          </p:cNvPr>
          <p:cNvSpPr/>
          <p:nvPr/>
        </p:nvSpPr>
        <p:spPr>
          <a:xfrm>
            <a:off x="3324744" y="1428681"/>
            <a:ext cx="2028399" cy="1036170"/>
          </a:xfrm>
          <a:custGeom>
            <a:avLst/>
            <a:gdLst/>
            <a:ahLst/>
            <a:cxnLst/>
            <a:rect l="l" t="t" r="r" b="b"/>
            <a:pathLst>
              <a:path w="21600" h="120000" extrusionOk="0">
                <a:moveTo>
                  <a:pt x="0" y="0"/>
                </a:moveTo>
                <a:lnTo>
                  <a:pt x="21600" y="0"/>
                </a:lnTo>
                <a:lnTo>
                  <a:pt x="21600" y="0"/>
                </a:lnTo>
                <a:lnTo>
                  <a:pt x="0" y="0"/>
                </a:lnTo>
                <a:close/>
              </a:path>
            </a:pathLst>
          </a:custGeom>
          <a:noFill/>
          <a:ln>
            <a:noFill/>
          </a:ln>
        </p:spPr>
        <p:txBody>
          <a:bodyPr spcFirstLastPara="1" wrap="square" lIns="19050" tIns="19050" rIns="19050" bIns="19050" anchor="t" anchorCtr="0">
            <a:noAutofit/>
          </a:bodyPr>
          <a:lstStyle/>
          <a:p>
            <a:pPr marL="0" marR="0" lvl="0" indent="0" algn="l" rtl="0">
              <a:lnSpc>
                <a:spcPct val="100000"/>
              </a:lnSpc>
              <a:spcBef>
                <a:spcPts val="0"/>
              </a:spcBef>
              <a:spcAft>
                <a:spcPts val="0"/>
              </a:spcAft>
              <a:buClr>
                <a:schemeClr val="accent2"/>
              </a:buClr>
              <a:buSzPts val="4500"/>
              <a:buFont typeface="Barlow SemiBold"/>
              <a:buNone/>
            </a:pPr>
            <a:r>
              <a:rPr lang="en-US" sz="7200" b="1" i="0" u="none" strike="noStrike" cap="none" dirty="0">
                <a:solidFill>
                  <a:schemeClr val="accent2"/>
                </a:solidFill>
                <a:ea typeface="Barlow SemiBold"/>
                <a:cs typeface="Barlow SemiBold"/>
                <a:sym typeface="Barlow SemiBold"/>
              </a:rPr>
              <a:t>15% </a:t>
            </a:r>
            <a:endParaRPr lang="en-US" sz="7200" b="1" dirty="0"/>
          </a:p>
        </p:txBody>
      </p:sp>
      <p:sp>
        <p:nvSpPr>
          <p:cNvPr id="13" name="Google Shape;1757;p49">
            <a:extLst>
              <a:ext uri="{FF2B5EF4-FFF2-40B4-BE49-F238E27FC236}">
                <a16:creationId xmlns:a16="http://schemas.microsoft.com/office/drawing/2014/main" id="{771453A5-B8C4-ABAF-F27B-16F4AE27874A}"/>
              </a:ext>
            </a:extLst>
          </p:cNvPr>
          <p:cNvSpPr/>
          <p:nvPr/>
        </p:nvSpPr>
        <p:spPr>
          <a:xfrm>
            <a:off x="6301175" y="3031458"/>
            <a:ext cx="2481551" cy="2707703"/>
          </a:xfrm>
          <a:custGeom>
            <a:avLst/>
            <a:gdLst/>
            <a:ahLst/>
            <a:cxnLst/>
            <a:rect l="l" t="t" r="r" b="b"/>
            <a:pathLst>
              <a:path w="21600" h="120000" extrusionOk="0">
                <a:moveTo>
                  <a:pt x="0" y="0"/>
                </a:moveTo>
                <a:lnTo>
                  <a:pt x="21600" y="0"/>
                </a:lnTo>
                <a:lnTo>
                  <a:pt x="21600" y="0"/>
                </a:lnTo>
                <a:lnTo>
                  <a:pt x="0" y="0"/>
                </a:lnTo>
                <a:close/>
              </a:path>
            </a:pathLst>
          </a:custGeom>
          <a:noFill/>
          <a:ln>
            <a:noFill/>
          </a:ln>
        </p:spPr>
        <p:txBody>
          <a:bodyPr spcFirstLastPara="1" wrap="square" lIns="72000" tIns="72000" rIns="72000" bIns="216000" anchor="t" anchorCtr="0">
            <a:noAutofit/>
          </a:bodyPr>
          <a:lstStyle/>
          <a:p>
            <a:pPr marL="216000" indent="-216000">
              <a:lnSpc>
                <a:spcPct val="95000"/>
              </a:lnSpc>
              <a:spcBef>
                <a:spcPts val="300"/>
              </a:spcBef>
              <a:spcAft>
                <a:spcPts val="400"/>
              </a:spcAft>
              <a:buClr>
                <a:schemeClr val="accent3"/>
              </a:buClr>
              <a:buFont typeface="Arial" panose="020B0604020202020204" pitchFamily="34" charset="0"/>
              <a:buChar char="•"/>
            </a:pPr>
            <a:r>
              <a:rPr lang="en-US" altLang="zh-CN" sz="1600" dirty="0">
                <a:ea typeface="Roboto" panose="02000000000000000000" pitchFamily="2" charset="0"/>
              </a:rPr>
              <a:t>CSPs that are still developing their data governance process</a:t>
            </a:r>
            <a:endParaRPr lang="en-US" altLang="zh-CN" sz="1600" dirty="0"/>
          </a:p>
        </p:txBody>
      </p:sp>
      <p:sp>
        <p:nvSpPr>
          <p:cNvPr id="15" name="Google Shape;1759;p49">
            <a:extLst>
              <a:ext uri="{FF2B5EF4-FFF2-40B4-BE49-F238E27FC236}">
                <a16:creationId xmlns:a16="http://schemas.microsoft.com/office/drawing/2014/main" id="{EA0DDCD1-7A25-13AC-2384-D617D3B500C3}"/>
              </a:ext>
            </a:extLst>
          </p:cNvPr>
          <p:cNvSpPr/>
          <p:nvPr/>
        </p:nvSpPr>
        <p:spPr>
          <a:xfrm>
            <a:off x="6301175" y="1428681"/>
            <a:ext cx="2028399" cy="1036170"/>
          </a:xfrm>
          <a:custGeom>
            <a:avLst/>
            <a:gdLst/>
            <a:ahLst/>
            <a:cxnLst/>
            <a:rect l="l" t="t" r="r" b="b"/>
            <a:pathLst>
              <a:path w="21600" h="120000" extrusionOk="0">
                <a:moveTo>
                  <a:pt x="0" y="0"/>
                </a:moveTo>
                <a:lnTo>
                  <a:pt x="21600" y="0"/>
                </a:lnTo>
                <a:lnTo>
                  <a:pt x="21600" y="0"/>
                </a:lnTo>
                <a:lnTo>
                  <a:pt x="0" y="0"/>
                </a:lnTo>
                <a:close/>
              </a:path>
            </a:pathLst>
          </a:custGeom>
          <a:noFill/>
          <a:ln>
            <a:noFill/>
          </a:ln>
        </p:spPr>
        <p:txBody>
          <a:bodyPr spcFirstLastPara="1" wrap="square" lIns="19050" tIns="19050" rIns="19050" bIns="19050" anchor="t" anchorCtr="0">
            <a:noAutofit/>
          </a:bodyPr>
          <a:lstStyle/>
          <a:p>
            <a:pPr marL="0" marR="0" lvl="0" indent="0" algn="l" rtl="0">
              <a:lnSpc>
                <a:spcPct val="100000"/>
              </a:lnSpc>
              <a:spcBef>
                <a:spcPts val="0"/>
              </a:spcBef>
              <a:spcAft>
                <a:spcPts val="0"/>
              </a:spcAft>
              <a:buClr>
                <a:schemeClr val="accent3"/>
              </a:buClr>
              <a:buSzPts val="4500"/>
              <a:buFont typeface="Barlow SemiBold"/>
              <a:buNone/>
            </a:pPr>
            <a:r>
              <a:rPr lang="en-US" sz="7200" b="1" i="0" u="none" strike="noStrike" cap="none" dirty="0">
                <a:solidFill>
                  <a:schemeClr val="accent3"/>
                </a:solidFill>
                <a:ea typeface="Barlow SemiBold"/>
                <a:cs typeface="Barlow SemiBold"/>
                <a:sym typeface="Barlow SemiBold"/>
              </a:rPr>
              <a:t>45% </a:t>
            </a:r>
            <a:endParaRPr lang="en-US" sz="7200" b="1" dirty="0"/>
          </a:p>
        </p:txBody>
      </p:sp>
      <p:sp>
        <p:nvSpPr>
          <p:cNvPr id="16" name="Google Shape;1760;p49">
            <a:extLst>
              <a:ext uri="{FF2B5EF4-FFF2-40B4-BE49-F238E27FC236}">
                <a16:creationId xmlns:a16="http://schemas.microsoft.com/office/drawing/2014/main" id="{D11E6E70-9F39-AA84-764B-E8B38DE104DE}"/>
              </a:ext>
            </a:extLst>
          </p:cNvPr>
          <p:cNvSpPr/>
          <p:nvPr/>
        </p:nvSpPr>
        <p:spPr>
          <a:xfrm>
            <a:off x="9277605" y="3031458"/>
            <a:ext cx="2481551" cy="2707703"/>
          </a:xfrm>
          <a:custGeom>
            <a:avLst/>
            <a:gdLst/>
            <a:ahLst/>
            <a:cxnLst/>
            <a:rect l="l" t="t" r="r" b="b"/>
            <a:pathLst>
              <a:path w="21600" h="120000" extrusionOk="0">
                <a:moveTo>
                  <a:pt x="0" y="0"/>
                </a:moveTo>
                <a:lnTo>
                  <a:pt x="21600" y="0"/>
                </a:lnTo>
                <a:lnTo>
                  <a:pt x="21600" y="0"/>
                </a:lnTo>
                <a:lnTo>
                  <a:pt x="0" y="0"/>
                </a:lnTo>
                <a:close/>
              </a:path>
            </a:pathLst>
          </a:custGeom>
          <a:noFill/>
          <a:ln>
            <a:noFill/>
          </a:ln>
        </p:spPr>
        <p:txBody>
          <a:bodyPr spcFirstLastPara="1" wrap="square" lIns="72000" tIns="72000" rIns="72000" bIns="216000" anchor="t" anchorCtr="0">
            <a:noAutofit/>
          </a:bodyPr>
          <a:lstStyle/>
          <a:p>
            <a:pPr marL="216000" indent="-216000">
              <a:lnSpc>
                <a:spcPct val="95000"/>
              </a:lnSpc>
              <a:spcBef>
                <a:spcPts val="300"/>
              </a:spcBef>
              <a:spcAft>
                <a:spcPts val="400"/>
              </a:spcAft>
              <a:buClr>
                <a:schemeClr val="accent4"/>
              </a:buClr>
              <a:buFont typeface="Arial" panose="020B0604020202020204" pitchFamily="34" charset="0"/>
              <a:buChar char="•"/>
            </a:pPr>
            <a:r>
              <a:rPr lang="en-US" sz="1600" dirty="0">
                <a:ea typeface="Roboto" panose="02000000000000000000" pitchFamily="2" charset="0"/>
              </a:rPr>
              <a:t>CSPs that already have a budget in place for </a:t>
            </a:r>
            <a:r>
              <a:rPr lang="en-US" sz="1600" dirty="0" err="1">
                <a:ea typeface="Roboto" panose="02000000000000000000" pitchFamily="2" charset="0"/>
              </a:rPr>
              <a:t>GenAI</a:t>
            </a:r>
            <a:r>
              <a:rPr lang="en-US" sz="1600" dirty="0">
                <a:ea typeface="Roboto" panose="02000000000000000000" pitchFamily="2" charset="0"/>
              </a:rPr>
              <a:t> projects</a:t>
            </a:r>
            <a:endParaRPr lang="en-US" altLang="zh-CN" sz="1600" dirty="0"/>
          </a:p>
        </p:txBody>
      </p:sp>
      <p:sp>
        <p:nvSpPr>
          <p:cNvPr id="18" name="Google Shape;1762;p49">
            <a:extLst>
              <a:ext uri="{FF2B5EF4-FFF2-40B4-BE49-F238E27FC236}">
                <a16:creationId xmlns:a16="http://schemas.microsoft.com/office/drawing/2014/main" id="{8ABD05F3-A804-5D80-D5A5-603CD29C2854}"/>
              </a:ext>
            </a:extLst>
          </p:cNvPr>
          <p:cNvSpPr/>
          <p:nvPr/>
        </p:nvSpPr>
        <p:spPr>
          <a:xfrm>
            <a:off x="9277605" y="1428681"/>
            <a:ext cx="2028399" cy="1036170"/>
          </a:xfrm>
          <a:custGeom>
            <a:avLst/>
            <a:gdLst/>
            <a:ahLst/>
            <a:cxnLst/>
            <a:rect l="l" t="t" r="r" b="b"/>
            <a:pathLst>
              <a:path w="21600" h="120000" extrusionOk="0">
                <a:moveTo>
                  <a:pt x="0" y="0"/>
                </a:moveTo>
                <a:lnTo>
                  <a:pt x="21600" y="0"/>
                </a:lnTo>
                <a:lnTo>
                  <a:pt x="21600" y="0"/>
                </a:lnTo>
                <a:lnTo>
                  <a:pt x="0" y="0"/>
                </a:lnTo>
                <a:close/>
              </a:path>
            </a:pathLst>
          </a:custGeom>
          <a:noFill/>
          <a:ln>
            <a:noFill/>
          </a:ln>
        </p:spPr>
        <p:txBody>
          <a:bodyPr spcFirstLastPara="1" wrap="square" lIns="19050" tIns="19050" rIns="19050" bIns="19050" anchor="t" anchorCtr="0">
            <a:noAutofit/>
          </a:bodyPr>
          <a:lstStyle/>
          <a:p>
            <a:pPr marL="0" marR="0" lvl="0" indent="0" algn="l" rtl="0">
              <a:lnSpc>
                <a:spcPct val="100000"/>
              </a:lnSpc>
              <a:spcBef>
                <a:spcPts val="0"/>
              </a:spcBef>
              <a:spcAft>
                <a:spcPts val="0"/>
              </a:spcAft>
              <a:buClr>
                <a:schemeClr val="dk1"/>
              </a:buClr>
              <a:buSzPts val="4500"/>
              <a:buFont typeface="Barlow SemiBold"/>
              <a:buNone/>
            </a:pPr>
            <a:r>
              <a:rPr lang="en-US" sz="7200" b="1" i="0" u="none" strike="noStrike" cap="none" dirty="0">
                <a:solidFill>
                  <a:schemeClr val="accent4"/>
                </a:solidFill>
                <a:ea typeface="Barlow SemiBold"/>
                <a:cs typeface="Barlow SemiBold"/>
                <a:sym typeface="Barlow SemiBold"/>
              </a:rPr>
              <a:t>25% </a:t>
            </a:r>
            <a:endParaRPr lang="en-US" sz="7200" b="1" dirty="0">
              <a:solidFill>
                <a:schemeClr val="accent4"/>
              </a:solidFill>
            </a:endParaRPr>
          </a:p>
        </p:txBody>
      </p:sp>
      <p:sp>
        <p:nvSpPr>
          <p:cNvPr id="22" name="Title 21">
            <a:extLst>
              <a:ext uri="{FF2B5EF4-FFF2-40B4-BE49-F238E27FC236}">
                <a16:creationId xmlns:a16="http://schemas.microsoft.com/office/drawing/2014/main" id="{EA6EDC13-17E3-AF56-258E-815CB6A824DA}"/>
              </a:ext>
            </a:extLst>
          </p:cNvPr>
          <p:cNvSpPr>
            <a:spLocks noGrp="1"/>
          </p:cNvSpPr>
          <p:nvPr>
            <p:ph type="title"/>
          </p:nvPr>
        </p:nvSpPr>
        <p:spPr/>
        <p:txBody>
          <a:bodyPr/>
          <a:lstStyle/>
          <a:p>
            <a:r>
              <a:rPr lang="en-US" dirty="0"/>
              <a:t>CSPs’ actions do not always match their vision</a:t>
            </a:r>
          </a:p>
        </p:txBody>
      </p:sp>
      <p:sp>
        <p:nvSpPr>
          <p:cNvPr id="2" name="TextBox 1">
            <a:extLst>
              <a:ext uri="{FF2B5EF4-FFF2-40B4-BE49-F238E27FC236}">
                <a16:creationId xmlns:a16="http://schemas.microsoft.com/office/drawing/2014/main" id="{2F8C66B5-4641-A93C-0FD7-9DC68B61019D}"/>
              </a:ext>
            </a:extLst>
          </p:cNvPr>
          <p:cNvSpPr txBox="1"/>
          <p:nvPr/>
        </p:nvSpPr>
        <p:spPr>
          <a:xfrm>
            <a:off x="348314" y="5739161"/>
            <a:ext cx="685050" cy="195814"/>
          </a:xfrm>
          <a:prstGeom prst="rect">
            <a:avLst/>
          </a:prstGeom>
          <a:noFill/>
          <a:effectLst/>
        </p:spPr>
        <p:txBody>
          <a:bodyPr wrap="none" lIns="36000" tIns="36000" rIns="36000" bIns="36000" rtlCol="0" anchor="t">
            <a:spAutoFit/>
          </a:bodyPr>
          <a:lstStyle/>
          <a:p>
            <a:pPr algn="l"/>
            <a:r>
              <a:rPr lang="en-US" sz="800" dirty="0"/>
              <a:t>Source: Omdia</a:t>
            </a:r>
          </a:p>
        </p:txBody>
      </p:sp>
      <p:sp>
        <p:nvSpPr>
          <p:cNvPr id="3" name="TextBox 2">
            <a:extLst>
              <a:ext uri="{FF2B5EF4-FFF2-40B4-BE49-F238E27FC236}">
                <a16:creationId xmlns:a16="http://schemas.microsoft.com/office/drawing/2014/main" id="{AEFC1CD4-621E-C1E8-87FE-924ED475880B}"/>
              </a:ext>
            </a:extLst>
          </p:cNvPr>
          <p:cNvSpPr txBox="1"/>
          <p:nvPr/>
        </p:nvSpPr>
        <p:spPr>
          <a:xfrm>
            <a:off x="11074106" y="5739161"/>
            <a:ext cx="685050" cy="195814"/>
          </a:xfrm>
          <a:prstGeom prst="rect">
            <a:avLst/>
          </a:prstGeom>
          <a:noFill/>
          <a:effectLst/>
        </p:spPr>
        <p:txBody>
          <a:bodyPr wrap="none" lIns="36000" tIns="36000" rIns="36000" bIns="36000" rtlCol="0" anchor="t">
            <a:spAutoFit/>
          </a:bodyPr>
          <a:lstStyle/>
          <a:p>
            <a:pPr algn="r"/>
            <a:r>
              <a:rPr lang="en-US" sz="800" dirty="0"/>
              <a:t>© 2024 Omdia</a:t>
            </a:r>
          </a:p>
        </p:txBody>
      </p:sp>
    </p:spTree>
    <p:extLst>
      <p:ext uri="{BB962C8B-B14F-4D97-AF65-F5344CB8AC3E}">
        <p14:creationId xmlns:p14="http://schemas.microsoft.com/office/powerpoint/2010/main" val="12857641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7" name="Straight Connector 78">
            <a:extLst>
              <a:ext uri="{FF2B5EF4-FFF2-40B4-BE49-F238E27FC236}">
                <a16:creationId xmlns:a16="http://schemas.microsoft.com/office/drawing/2014/main" id="{62E7DC92-B83F-B3C8-CBE2-D92C22134820}"/>
              </a:ext>
            </a:extLst>
          </p:cNvPr>
          <p:cNvCxnSpPr>
            <a:cxnSpLocks/>
          </p:cNvCxnSpPr>
          <p:nvPr/>
        </p:nvCxnSpPr>
        <p:spPr>
          <a:xfrm flipV="1">
            <a:off x="6218117" y="2202028"/>
            <a:ext cx="0" cy="791416"/>
          </a:xfrm>
          <a:prstGeom prst="line">
            <a:avLst/>
          </a:prstGeom>
          <a:ln w="9525">
            <a:solidFill>
              <a:schemeClr val="accent1">
                <a:lumMod val="40000"/>
                <a:lumOff val="60000"/>
              </a:schemeClr>
            </a:solidFill>
            <a:prstDash val="dash"/>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16" name="Straight Connector 77">
            <a:extLst>
              <a:ext uri="{FF2B5EF4-FFF2-40B4-BE49-F238E27FC236}">
                <a16:creationId xmlns:a16="http://schemas.microsoft.com/office/drawing/2014/main" id="{061C0463-F82B-56ED-75FD-5080753B2CF1}"/>
              </a:ext>
            </a:extLst>
          </p:cNvPr>
          <p:cNvCxnSpPr>
            <a:cxnSpLocks/>
          </p:cNvCxnSpPr>
          <p:nvPr/>
        </p:nvCxnSpPr>
        <p:spPr>
          <a:xfrm flipV="1">
            <a:off x="4638898" y="3603987"/>
            <a:ext cx="0" cy="791416"/>
          </a:xfrm>
          <a:prstGeom prst="line">
            <a:avLst/>
          </a:prstGeom>
          <a:ln w="9525">
            <a:solidFill>
              <a:schemeClr val="accent1">
                <a:lumMod val="60000"/>
                <a:lumOff val="40000"/>
              </a:schemeClr>
            </a:solidFill>
            <a:prstDash val="dash"/>
            <a:headEnd type="oval" w="med" len="med"/>
            <a:tailEnd type="oval" w="med" len="med"/>
          </a:ln>
        </p:spPr>
        <p:style>
          <a:lnRef idx="1">
            <a:schemeClr val="accent1"/>
          </a:lnRef>
          <a:fillRef idx="0">
            <a:schemeClr val="accent1"/>
          </a:fillRef>
          <a:effectRef idx="0">
            <a:schemeClr val="accent1"/>
          </a:effectRef>
          <a:fontRef idx="minor">
            <a:schemeClr val="tx1"/>
          </a:fontRef>
        </p:style>
      </p:cxnSp>
      <p:cxnSp>
        <p:nvCxnSpPr>
          <p:cNvPr id="18" name="Straight Connector 79">
            <a:extLst>
              <a:ext uri="{FF2B5EF4-FFF2-40B4-BE49-F238E27FC236}">
                <a16:creationId xmlns:a16="http://schemas.microsoft.com/office/drawing/2014/main" id="{1C77A22A-0492-02C6-ADA3-86B9B00C2874}"/>
              </a:ext>
            </a:extLst>
          </p:cNvPr>
          <p:cNvCxnSpPr>
            <a:cxnSpLocks/>
          </p:cNvCxnSpPr>
          <p:nvPr/>
        </p:nvCxnSpPr>
        <p:spPr>
          <a:xfrm flipV="1">
            <a:off x="7926342" y="3603987"/>
            <a:ext cx="0" cy="791416"/>
          </a:xfrm>
          <a:prstGeom prst="line">
            <a:avLst/>
          </a:prstGeom>
          <a:ln w="9525">
            <a:solidFill>
              <a:schemeClr val="accent1">
                <a:lumMod val="20000"/>
                <a:lumOff val="80000"/>
              </a:schemeClr>
            </a:solidFill>
            <a:prstDash val="dash"/>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19" name="任意多边形: 形状 166">
            <a:extLst>
              <a:ext uri="{FF2B5EF4-FFF2-40B4-BE49-F238E27FC236}">
                <a16:creationId xmlns:a16="http://schemas.microsoft.com/office/drawing/2014/main" id="{CB4BD6EF-B719-6D20-1C45-107E9A912269}"/>
              </a:ext>
            </a:extLst>
          </p:cNvPr>
          <p:cNvSpPr/>
          <p:nvPr/>
        </p:nvSpPr>
        <p:spPr>
          <a:xfrm rot="5400000" flipH="1">
            <a:off x="7583770" y="2325145"/>
            <a:ext cx="736486" cy="2275713"/>
          </a:xfrm>
          <a:custGeom>
            <a:avLst/>
            <a:gdLst>
              <a:gd name="connsiteX0" fmla="*/ 805009 w 806162"/>
              <a:gd name="connsiteY0" fmla="*/ 601852 h 2274302"/>
              <a:gd name="connsiteX1" fmla="*/ 403081 w 806162"/>
              <a:gd name="connsiteY1" fmla="*/ 0 h 2274302"/>
              <a:gd name="connsiteX2" fmla="*/ 1153 w 806162"/>
              <a:gd name="connsiteY2" fmla="*/ 601852 h 2274302"/>
              <a:gd name="connsiteX3" fmla="*/ 806162 w 806162"/>
              <a:gd name="connsiteY3" fmla="*/ 2274302 h 2274302"/>
              <a:gd name="connsiteX4" fmla="*/ 806162 w 806162"/>
              <a:gd name="connsiteY4" fmla="*/ 601858 h 2274302"/>
              <a:gd name="connsiteX5" fmla="*/ 0 w 806162"/>
              <a:gd name="connsiteY5" fmla="*/ 601858 h 2274302"/>
              <a:gd name="connsiteX6" fmla="*/ 0 w 806162"/>
              <a:gd name="connsiteY6" fmla="*/ 2274302 h 2274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06162" h="2274302">
                <a:moveTo>
                  <a:pt x="805009" y="601852"/>
                </a:moveTo>
                <a:lnTo>
                  <a:pt x="403081" y="0"/>
                </a:lnTo>
                <a:lnTo>
                  <a:pt x="1153" y="601852"/>
                </a:lnTo>
                <a:close/>
                <a:moveTo>
                  <a:pt x="806162" y="2274302"/>
                </a:moveTo>
                <a:lnTo>
                  <a:pt x="806162" y="601858"/>
                </a:lnTo>
                <a:lnTo>
                  <a:pt x="0" y="601858"/>
                </a:lnTo>
                <a:lnTo>
                  <a:pt x="0" y="2274302"/>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任意多边形: 形状 167">
            <a:extLst>
              <a:ext uri="{FF2B5EF4-FFF2-40B4-BE49-F238E27FC236}">
                <a16:creationId xmlns:a16="http://schemas.microsoft.com/office/drawing/2014/main" id="{D0E1E1FD-A933-C9D0-40C4-AD4C1B841053}"/>
              </a:ext>
            </a:extLst>
          </p:cNvPr>
          <p:cNvSpPr/>
          <p:nvPr/>
        </p:nvSpPr>
        <p:spPr>
          <a:xfrm flipH="1">
            <a:off x="5152300" y="3094758"/>
            <a:ext cx="2275712" cy="736486"/>
          </a:xfrm>
          <a:custGeom>
            <a:avLst/>
            <a:gdLst>
              <a:gd name="connsiteX0" fmla="*/ 601852 w 2274301"/>
              <a:gd name="connsiteY0" fmla="*/ 2302 h 806162"/>
              <a:gd name="connsiteX1" fmla="*/ 0 w 2274301"/>
              <a:gd name="connsiteY1" fmla="*/ 403080 h 806162"/>
              <a:gd name="connsiteX2" fmla="*/ 601852 w 2274301"/>
              <a:gd name="connsiteY2" fmla="*/ 803858 h 806162"/>
              <a:gd name="connsiteX3" fmla="*/ 2274301 w 2274301"/>
              <a:gd name="connsiteY3" fmla="*/ 0 h 806162"/>
              <a:gd name="connsiteX4" fmla="*/ 601857 w 2274301"/>
              <a:gd name="connsiteY4" fmla="*/ 0 h 806162"/>
              <a:gd name="connsiteX5" fmla="*/ 601857 w 2274301"/>
              <a:gd name="connsiteY5" fmla="*/ 806162 h 806162"/>
              <a:gd name="connsiteX6" fmla="*/ 2274301 w 2274301"/>
              <a:gd name="connsiteY6" fmla="*/ 806162 h 8061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74301" h="806162">
                <a:moveTo>
                  <a:pt x="601852" y="2302"/>
                </a:moveTo>
                <a:lnTo>
                  <a:pt x="0" y="403080"/>
                </a:lnTo>
                <a:lnTo>
                  <a:pt x="601852" y="803858"/>
                </a:lnTo>
                <a:close/>
                <a:moveTo>
                  <a:pt x="2274301" y="0"/>
                </a:moveTo>
                <a:lnTo>
                  <a:pt x="601857" y="0"/>
                </a:lnTo>
                <a:lnTo>
                  <a:pt x="601857" y="806162"/>
                </a:lnTo>
                <a:lnTo>
                  <a:pt x="2274301" y="806162"/>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任意多边形: 形状 168">
            <a:extLst>
              <a:ext uri="{FF2B5EF4-FFF2-40B4-BE49-F238E27FC236}">
                <a16:creationId xmlns:a16="http://schemas.microsoft.com/office/drawing/2014/main" id="{B51ABD2C-3346-700E-D35C-92641B45D801}"/>
              </a:ext>
            </a:extLst>
          </p:cNvPr>
          <p:cNvSpPr/>
          <p:nvPr/>
        </p:nvSpPr>
        <p:spPr>
          <a:xfrm rot="5400000" flipH="1">
            <a:off x="4248525" y="2325149"/>
            <a:ext cx="736486" cy="2275705"/>
          </a:xfrm>
          <a:custGeom>
            <a:avLst/>
            <a:gdLst>
              <a:gd name="connsiteX0" fmla="*/ 803862 w 806162"/>
              <a:gd name="connsiteY0" fmla="*/ 601850 h 2274294"/>
              <a:gd name="connsiteX1" fmla="*/ 403084 w 806162"/>
              <a:gd name="connsiteY1" fmla="*/ 0 h 2274294"/>
              <a:gd name="connsiteX2" fmla="*/ 2306 w 806162"/>
              <a:gd name="connsiteY2" fmla="*/ 601850 h 2274294"/>
              <a:gd name="connsiteX3" fmla="*/ 806162 w 806162"/>
              <a:gd name="connsiteY3" fmla="*/ 2274294 h 2274294"/>
              <a:gd name="connsiteX4" fmla="*/ 806162 w 806162"/>
              <a:gd name="connsiteY4" fmla="*/ 601853 h 2274294"/>
              <a:gd name="connsiteX5" fmla="*/ 0 w 806162"/>
              <a:gd name="connsiteY5" fmla="*/ 601853 h 2274294"/>
              <a:gd name="connsiteX6" fmla="*/ 0 w 806162"/>
              <a:gd name="connsiteY6" fmla="*/ 2274294 h 2274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06162" h="2274294">
                <a:moveTo>
                  <a:pt x="803862" y="601850"/>
                </a:moveTo>
                <a:lnTo>
                  <a:pt x="403084" y="0"/>
                </a:lnTo>
                <a:lnTo>
                  <a:pt x="2306" y="601850"/>
                </a:lnTo>
                <a:close/>
                <a:moveTo>
                  <a:pt x="806162" y="2274294"/>
                </a:moveTo>
                <a:lnTo>
                  <a:pt x="806162" y="601853"/>
                </a:lnTo>
                <a:lnTo>
                  <a:pt x="0" y="601853"/>
                </a:lnTo>
                <a:lnTo>
                  <a:pt x="0" y="2274294"/>
                </a:lnTo>
                <a:close/>
              </a:path>
            </a:pathLst>
          </a:custGeom>
          <a:solidFill>
            <a:schemeClr val="accent1">
              <a:lumMod val="60000"/>
              <a:lumOff val="40000"/>
            </a:schemeClr>
          </a:solidFill>
          <a:ln w="6350">
            <a:no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EC3FA51-B99E-6590-06DA-69A51BD2E31F}"/>
              </a:ext>
            </a:extLst>
          </p:cNvPr>
          <p:cNvSpPr>
            <a:spLocks noGrp="1"/>
          </p:cNvSpPr>
          <p:nvPr>
            <p:ph type="title"/>
          </p:nvPr>
        </p:nvSpPr>
        <p:spPr/>
        <p:txBody>
          <a:bodyPr/>
          <a:lstStyle/>
          <a:p>
            <a:r>
              <a:rPr lang="en-US" dirty="0"/>
              <a:t>CSPs need to define outcomes and KPIs, dedicate budget, and establish data governance to achieve their AI ambitions</a:t>
            </a:r>
          </a:p>
        </p:txBody>
      </p:sp>
      <p:sp>
        <p:nvSpPr>
          <p:cNvPr id="3" name="矩形: 圆角 90">
            <a:extLst>
              <a:ext uri="{FF2B5EF4-FFF2-40B4-BE49-F238E27FC236}">
                <a16:creationId xmlns:a16="http://schemas.microsoft.com/office/drawing/2014/main" id="{FBEEAF33-1215-FE63-1222-20C22A51BFE5}"/>
              </a:ext>
            </a:extLst>
          </p:cNvPr>
          <p:cNvSpPr/>
          <p:nvPr/>
        </p:nvSpPr>
        <p:spPr>
          <a:xfrm>
            <a:off x="1848826" y="1751352"/>
            <a:ext cx="1943082" cy="771346"/>
          </a:xfrm>
          <a:prstGeom prst="roundRect">
            <a:avLst/>
          </a:prstGeom>
          <a:solidFill>
            <a:schemeClr val="bg1">
              <a:alpha val="30000"/>
            </a:schemeClr>
          </a:solidFill>
          <a:ln w="6350">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lnSpc>
                <a:spcPct val="95000"/>
              </a:lnSpc>
            </a:pPr>
            <a:r>
              <a:rPr lang="en-US" sz="1200" dirty="0">
                <a:solidFill>
                  <a:schemeClr val="tx1"/>
                </a:solidFill>
                <a:ea typeface="Roboto" panose="02000000000000000000" pitchFamily="2" charset="0"/>
              </a:rPr>
              <a:t>Articulate the desired business outcome</a:t>
            </a:r>
            <a:endParaRPr lang="en-US" altLang="zh-CN" sz="1200" dirty="0">
              <a:solidFill>
                <a:schemeClr val="tx1"/>
              </a:solidFill>
              <a:ea typeface="微软雅黑" panose="020B0503020204020204" pitchFamily="34" charset="-122"/>
            </a:endParaRPr>
          </a:p>
        </p:txBody>
      </p:sp>
      <p:sp>
        <p:nvSpPr>
          <p:cNvPr id="5" name="矩形: 圆角 94">
            <a:extLst>
              <a:ext uri="{FF2B5EF4-FFF2-40B4-BE49-F238E27FC236}">
                <a16:creationId xmlns:a16="http://schemas.microsoft.com/office/drawing/2014/main" id="{B244F0EE-9AE6-750F-5076-8E8AE2FD0D93}"/>
              </a:ext>
            </a:extLst>
          </p:cNvPr>
          <p:cNvSpPr/>
          <p:nvPr/>
        </p:nvSpPr>
        <p:spPr>
          <a:xfrm>
            <a:off x="3667341" y="4463133"/>
            <a:ext cx="1943082" cy="771346"/>
          </a:xfrm>
          <a:prstGeom prst="roundRect">
            <a:avLst/>
          </a:prstGeom>
          <a:solidFill>
            <a:schemeClr val="bg1">
              <a:alpha val="30000"/>
            </a:schemeClr>
          </a:solidFill>
          <a:ln w="6350">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95000"/>
              </a:lnSpc>
              <a:spcBef>
                <a:spcPts val="0"/>
              </a:spcBef>
              <a:spcAft>
                <a:spcPts val="0"/>
              </a:spcAft>
              <a:buClrTx/>
              <a:buSzTx/>
              <a:buFontTx/>
              <a:buNone/>
              <a:tabLst/>
              <a:defRPr/>
            </a:pPr>
            <a:r>
              <a:rPr kumimoji="0" lang="en-US" altLang="zh-CN" sz="1200" b="0" i="0" u="none" strike="noStrike" kern="1200" cap="none" spc="0" normalizeH="0" baseline="0" dirty="0">
                <a:ln>
                  <a:noFill/>
                </a:ln>
                <a:solidFill>
                  <a:schemeClr val="tx1"/>
                </a:solidFill>
                <a:effectLst/>
                <a:uLnTx/>
                <a:uFillTx/>
                <a:latin typeface="Calibri" panose="020F0502020204030204"/>
                <a:ea typeface="Roboto" panose="02000000000000000000" pitchFamily="2" charset="0"/>
                <a:cs typeface="+mn-cs"/>
              </a:rPr>
              <a:t>Define KPIs to quantify results</a:t>
            </a:r>
            <a:endParaRPr kumimoji="0" lang="en-US" altLang="zh-CN" sz="1200" b="0" i="0" u="none" strike="noStrike" kern="1200" cap="none" spc="0" normalizeH="0" baseline="0" dirty="0">
              <a:ln>
                <a:noFill/>
              </a:ln>
              <a:solidFill>
                <a:schemeClr val="tx1"/>
              </a:solidFill>
              <a:effectLst/>
              <a:uLnTx/>
              <a:uFillTx/>
              <a:latin typeface="Calibri" panose="020F0502020204030204"/>
              <a:ea typeface="微软雅黑" panose="020B0503020204020204" pitchFamily="34" charset="-122"/>
              <a:cs typeface="+mn-cs"/>
            </a:endParaRPr>
          </a:p>
        </p:txBody>
      </p:sp>
      <p:sp>
        <p:nvSpPr>
          <p:cNvPr id="6" name="矩形: 圆角 96">
            <a:extLst>
              <a:ext uri="{FF2B5EF4-FFF2-40B4-BE49-F238E27FC236}">
                <a16:creationId xmlns:a16="http://schemas.microsoft.com/office/drawing/2014/main" id="{AD4430B4-1E10-5E1F-0807-71CC1BF2EE9D}"/>
              </a:ext>
            </a:extLst>
          </p:cNvPr>
          <p:cNvSpPr/>
          <p:nvPr/>
        </p:nvSpPr>
        <p:spPr>
          <a:xfrm>
            <a:off x="6954800" y="4456326"/>
            <a:ext cx="1943082" cy="771346"/>
          </a:xfrm>
          <a:prstGeom prst="roundRect">
            <a:avLst/>
          </a:prstGeom>
          <a:solidFill>
            <a:schemeClr val="bg1">
              <a:alpha val="30000"/>
            </a:schemeClr>
          </a:solidFill>
          <a:ln w="6350">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ea typeface="微软雅黑" panose="020B0503020204020204" pitchFamily="34" charset="-122"/>
              </a:rPr>
              <a:t>Establish data governance process</a:t>
            </a:r>
          </a:p>
        </p:txBody>
      </p:sp>
      <p:grpSp>
        <p:nvGrpSpPr>
          <p:cNvPr id="7" name="Group 59">
            <a:extLst>
              <a:ext uri="{FF2B5EF4-FFF2-40B4-BE49-F238E27FC236}">
                <a16:creationId xmlns:a16="http://schemas.microsoft.com/office/drawing/2014/main" id="{9E24AD60-264C-E2FD-A3B8-5AD57F1E8C0A}"/>
              </a:ext>
            </a:extLst>
          </p:cNvPr>
          <p:cNvGrpSpPr/>
          <p:nvPr/>
        </p:nvGrpSpPr>
        <p:grpSpPr>
          <a:xfrm flipH="1">
            <a:off x="10273532" y="2225331"/>
            <a:ext cx="1570154" cy="3002341"/>
            <a:chOff x="1520825" y="1196975"/>
            <a:chExt cx="882651" cy="3157538"/>
          </a:xfrm>
          <a:effectLst/>
        </p:grpSpPr>
        <p:sp>
          <p:nvSpPr>
            <p:cNvPr id="8" name="Freeform 5">
              <a:extLst>
                <a:ext uri="{FF2B5EF4-FFF2-40B4-BE49-F238E27FC236}">
                  <a16:creationId xmlns:a16="http://schemas.microsoft.com/office/drawing/2014/main" id="{32CC99B5-C5E5-08A9-74FD-4E4ED130FF1D}"/>
                </a:ext>
              </a:extLst>
            </p:cNvPr>
            <p:cNvSpPr>
              <a:spLocks/>
            </p:cNvSpPr>
            <p:nvPr/>
          </p:nvSpPr>
          <p:spPr bwMode="auto">
            <a:xfrm>
              <a:off x="1520825" y="1196975"/>
              <a:ext cx="541338" cy="3157538"/>
            </a:xfrm>
            <a:custGeom>
              <a:avLst/>
              <a:gdLst/>
              <a:ahLst/>
              <a:cxnLst>
                <a:cxn ang="0">
                  <a:pos x="118" y="822"/>
                </a:cxn>
                <a:cxn ang="0">
                  <a:pos x="52" y="420"/>
                </a:cxn>
                <a:cxn ang="0">
                  <a:pos x="118" y="18"/>
                </a:cxn>
                <a:cxn ang="0">
                  <a:pos x="144" y="0"/>
                </a:cxn>
                <a:cxn ang="0">
                  <a:pos x="92" y="0"/>
                </a:cxn>
                <a:cxn ang="0">
                  <a:pos x="0" y="420"/>
                </a:cxn>
                <a:cxn ang="0">
                  <a:pos x="92" y="839"/>
                </a:cxn>
                <a:cxn ang="0">
                  <a:pos x="144" y="839"/>
                </a:cxn>
                <a:cxn ang="0">
                  <a:pos x="118" y="822"/>
                </a:cxn>
              </a:cxnLst>
              <a:rect l="0" t="0" r="r" b="b"/>
              <a:pathLst>
                <a:path w="144" h="839">
                  <a:moveTo>
                    <a:pt x="118" y="822"/>
                  </a:moveTo>
                  <a:cubicBezTo>
                    <a:pt x="80" y="770"/>
                    <a:pt x="52" y="610"/>
                    <a:pt x="52" y="420"/>
                  </a:cubicBezTo>
                  <a:cubicBezTo>
                    <a:pt x="52" y="230"/>
                    <a:pt x="80" y="69"/>
                    <a:pt x="118" y="18"/>
                  </a:cubicBezTo>
                  <a:cubicBezTo>
                    <a:pt x="126" y="6"/>
                    <a:pt x="135" y="0"/>
                    <a:pt x="144" y="0"/>
                  </a:cubicBezTo>
                  <a:cubicBezTo>
                    <a:pt x="92" y="0"/>
                    <a:pt x="92" y="0"/>
                    <a:pt x="92" y="0"/>
                  </a:cubicBezTo>
                  <a:cubicBezTo>
                    <a:pt x="41" y="0"/>
                    <a:pt x="0" y="188"/>
                    <a:pt x="0" y="420"/>
                  </a:cubicBezTo>
                  <a:cubicBezTo>
                    <a:pt x="0" y="651"/>
                    <a:pt x="41" y="839"/>
                    <a:pt x="92" y="839"/>
                  </a:cubicBezTo>
                  <a:cubicBezTo>
                    <a:pt x="144" y="839"/>
                    <a:pt x="144" y="839"/>
                    <a:pt x="144" y="839"/>
                  </a:cubicBezTo>
                  <a:cubicBezTo>
                    <a:pt x="135" y="839"/>
                    <a:pt x="126" y="833"/>
                    <a:pt x="118" y="822"/>
                  </a:cubicBezTo>
                  <a:close/>
                </a:path>
              </a:pathLst>
            </a:custGeom>
            <a:solidFill>
              <a:schemeClr val="accent1">
                <a:lumMod val="40000"/>
                <a:lumOff val="60000"/>
              </a:schemeClr>
            </a:solidFill>
            <a:ln w="9525">
              <a:solidFill>
                <a:schemeClr val="bg1">
                  <a:lumMod val="85000"/>
                </a:schemeClr>
              </a:solidFill>
              <a:round/>
              <a:headEnd/>
              <a:tailEnd/>
            </a:ln>
          </p:spPr>
          <p:txBody>
            <a:bodyPr vert="horz" wrap="square" lIns="120924" tIns="60462" rIns="120924" bIns="60462" numCol="1" anchor="t" anchorCtr="0" compatLnSpc="1">
              <a:prstTxWarp prst="textNoShape">
                <a:avLst/>
              </a:prstTxWarp>
            </a:bodyPr>
            <a:lstStyle/>
            <a:p>
              <a:endParaRPr lang="en-US" sz="2380" dirty="0"/>
            </a:p>
          </p:txBody>
        </p:sp>
        <p:sp>
          <p:nvSpPr>
            <p:cNvPr id="9" name="Freeform 6">
              <a:extLst>
                <a:ext uri="{FF2B5EF4-FFF2-40B4-BE49-F238E27FC236}">
                  <a16:creationId xmlns:a16="http://schemas.microsoft.com/office/drawing/2014/main" id="{FD50D44D-B791-F979-5640-44D36F57B2D1}"/>
                </a:ext>
              </a:extLst>
            </p:cNvPr>
            <p:cNvSpPr>
              <a:spLocks/>
            </p:cNvSpPr>
            <p:nvPr/>
          </p:nvSpPr>
          <p:spPr bwMode="auto">
            <a:xfrm>
              <a:off x="1716088" y="1196975"/>
              <a:ext cx="687388" cy="3157538"/>
            </a:xfrm>
            <a:custGeom>
              <a:avLst/>
              <a:gdLst/>
              <a:ahLst/>
              <a:cxnLst>
                <a:cxn ang="0">
                  <a:pos x="92" y="0"/>
                </a:cxn>
                <a:cxn ang="0">
                  <a:pos x="66" y="18"/>
                </a:cxn>
                <a:cxn ang="0">
                  <a:pos x="0" y="420"/>
                </a:cxn>
                <a:cxn ang="0">
                  <a:pos x="66" y="822"/>
                </a:cxn>
                <a:cxn ang="0">
                  <a:pos x="92" y="839"/>
                </a:cxn>
                <a:cxn ang="0">
                  <a:pos x="183" y="420"/>
                </a:cxn>
                <a:cxn ang="0">
                  <a:pos x="92" y="0"/>
                </a:cxn>
              </a:cxnLst>
              <a:rect l="0" t="0" r="r" b="b"/>
              <a:pathLst>
                <a:path w="183" h="839">
                  <a:moveTo>
                    <a:pt x="92" y="0"/>
                  </a:moveTo>
                  <a:cubicBezTo>
                    <a:pt x="83" y="0"/>
                    <a:pt x="74" y="6"/>
                    <a:pt x="66" y="18"/>
                  </a:cubicBezTo>
                  <a:cubicBezTo>
                    <a:pt x="28" y="69"/>
                    <a:pt x="0" y="230"/>
                    <a:pt x="0" y="420"/>
                  </a:cubicBezTo>
                  <a:cubicBezTo>
                    <a:pt x="0" y="610"/>
                    <a:pt x="28" y="770"/>
                    <a:pt x="66" y="822"/>
                  </a:cubicBezTo>
                  <a:cubicBezTo>
                    <a:pt x="74" y="833"/>
                    <a:pt x="83" y="839"/>
                    <a:pt x="92" y="839"/>
                  </a:cubicBezTo>
                  <a:cubicBezTo>
                    <a:pt x="142" y="839"/>
                    <a:pt x="183" y="651"/>
                    <a:pt x="183" y="420"/>
                  </a:cubicBezTo>
                  <a:cubicBezTo>
                    <a:pt x="183" y="188"/>
                    <a:pt x="142" y="0"/>
                    <a:pt x="92" y="0"/>
                  </a:cubicBezTo>
                  <a:close/>
                </a:path>
              </a:pathLst>
            </a:custGeom>
            <a:solidFill>
              <a:schemeClr val="accent1">
                <a:lumMod val="20000"/>
                <a:lumOff val="80000"/>
              </a:schemeClr>
            </a:solidFill>
            <a:ln w="9525">
              <a:solidFill>
                <a:schemeClr val="bg1">
                  <a:lumMod val="85000"/>
                </a:schemeClr>
              </a:solidFill>
              <a:round/>
              <a:headEnd/>
              <a:tailEnd/>
            </a:ln>
          </p:spPr>
          <p:txBody>
            <a:bodyPr vert="horz" wrap="square" lIns="120924" tIns="60462" rIns="120924" bIns="60462" numCol="1" anchor="t" anchorCtr="0" compatLnSpc="1">
              <a:prstTxWarp prst="textNoShape">
                <a:avLst/>
              </a:prstTxWarp>
            </a:bodyPr>
            <a:lstStyle/>
            <a:p>
              <a:endParaRPr lang="en-US" sz="2380" dirty="0"/>
            </a:p>
          </p:txBody>
        </p:sp>
        <p:sp>
          <p:nvSpPr>
            <p:cNvPr id="10" name="Oval 7">
              <a:extLst>
                <a:ext uri="{FF2B5EF4-FFF2-40B4-BE49-F238E27FC236}">
                  <a16:creationId xmlns:a16="http://schemas.microsoft.com/office/drawing/2014/main" id="{8B712DBE-93D6-103C-9E0A-70F316FB5D2F}"/>
                </a:ext>
              </a:extLst>
            </p:cNvPr>
            <p:cNvSpPr>
              <a:spLocks noChangeArrowheads="1"/>
            </p:cNvSpPr>
            <p:nvPr/>
          </p:nvSpPr>
          <p:spPr bwMode="auto">
            <a:xfrm>
              <a:off x="1782763" y="1509713"/>
              <a:ext cx="554038" cy="2532063"/>
            </a:xfrm>
            <a:prstGeom prst="ellipse">
              <a:avLst/>
            </a:prstGeom>
            <a:solidFill>
              <a:schemeClr val="bg1"/>
            </a:solidFill>
            <a:ln w="9525">
              <a:noFill/>
              <a:round/>
              <a:headEnd/>
              <a:tailEnd/>
            </a:ln>
          </p:spPr>
          <p:txBody>
            <a:bodyPr vert="horz" wrap="square" lIns="120924" tIns="60462" rIns="120924" bIns="60462" numCol="1" anchor="t" anchorCtr="0" compatLnSpc="1">
              <a:prstTxWarp prst="textNoShape">
                <a:avLst/>
              </a:prstTxWarp>
            </a:bodyPr>
            <a:lstStyle/>
            <a:p>
              <a:endParaRPr lang="en-US" sz="2380" dirty="0"/>
            </a:p>
          </p:txBody>
        </p:sp>
        <p:sp>
          <p:nvSpPr>
            <p:cNvPr id="11" name="Oval 8">
              <a:extLst>
                <a:ext uri="{FF2B5EF4-FFF2-40B4-BE49-F238E27FC236}">
                  <a16:creationId xmlns:a16="http://schemas.microsoft.com/office/drawing/2014/main" id="{441B736E-F510-6B53-8AC9-F9827543BE78}"/>
                </a:ext>
              </a:extLst>
            </p:cNvPr>
            <p:cNvSpPr>
              <a:spLocks noChangeArrowheads="1"/>
            </p:cNvSpPr>
            <p:nvPr/>
          </p:nvSpPr>
          <p:spPr bwMode="auto">
            <a:xfrm>
              <a:off x="1839913" y="1760538"/>
              <a:ext cx="439738" cy="2028825"/>
            </a:xfrm>
            <a:prstGeom prst="ellipse">
              <a:avLst/>
            </a:prstGeom>
            <a:solidFill>
              <a:schemeClr val="accent1">
                <a:lumMod val="20000"/>
                <a:lumOff val="80000"/>
              </a:schemeClr>
            </a:solidFill>
            <a:ln w="9525">
              <a:solidFill>
                <a:schemeClr val="bg1">
                  <a:lumMod val="85000"/>
                </a:schemeClr>
              </a:solidFill>
              <a:round/>
              <a:headEnd/>
              <a:tailEnd/>
            </a:ln>
          </p:spPr>
          <p:txBody>
            <a:bodyPr vert="horz" wrap="square" lIns="120924" tIns="60462" rIns="120924" bIns="60462" numCol="1" anchor="t" anchorCtr="0" compatLnSpc="1">
              <a:prstTxWarp prst="textNoShape">
                <a:avLst/>
              </a:prstTxWarp>
            </a:bodyPr>
            <a:lstStyle/>
            <a:p>
              <a:endParaRPr lang="en-US" sz="2380" dirty="0"/>
            </a:p>
          </p:txBody>
        </p:sp>
        <p:sp>
          <p:nvSpPr>
            <p:cNvPr id="12" name="Oval 9">
              <a:extLst>
                <a:ext uri="{FF2B5EF4-FFF2-40B4-BE49-F238E27FC236}">
                  <a16:creationId xmlns:a16="http://schemas.microsoft.com/office/drawing/2014/main" id="{16455E02-A60C-6919-496A-8A233107261A}"/>
                </a:ext>
              </a:extLst>
            </p:cNvPr>
            <p:cNvSpPr>
              <a:spLocks noChangeArrowheads="1"/>
            </p:cNvSpPr>
            <p:nvPr/>
          </p:nvSpPr>
          <p:spPr bwMode="auto">
            <a:xfrm>
              <a:off x="1900238" y="2039938"/>
              <a:ext cx="319088" cy="1474788"/>
            </a:xfrm>
            <a:prstGeom prst="ellipse">
              <a:avLst/>
            </a:prstGeom>
            <a:solidFill>
              <a:schemeClr val="bg1"/>
            </a:solidFill>
            <a:ln w="9525">
              <a:noFill/>
              <a:round/>
              <a:headEnd/>
              <a:tailEnd/>
            </a:ln>
          </p:spPr>
          <p:txBody>
            <a:bodyPr vert="horz" wrap="square" lIns="120924" tIns="60462" rIns="120924" bIns="60462" numCol="1" anchor="t" anchorCtr="0" compatLnSpc="1">
              <a:prstTxWarp prst="textNoShape">
                <a:avLst/>
              </a:prstTxWarp>
            </a:bodyPr>
            <a:lstStyle/>
            <a:p>
              <a:endParaRPr lang="en-US" sz="2380" dirty="0"/>
            </a:p>
          </p:txBody>
        </p:sp>
        <p:sp>
          <p:nvSpPr>
            <p:cNvPr id="13" name="Oval 10">
              <a:extLst>
                <a:ext uri="{FF2B5EF4-FFF2-40B4-BE49-F238E27FC236}">
                  <a16:creationId xmlns:a16="http://schemas.microsoft.com/office/drawing/2014/main" id="{5E8F5C5D-577F-911D-DB1A-AAC9E36C57D0}"/>
                </a:ext>
              </a:extLst>
            </p:cNvPr>
            <p:cNvSpPr>
              <a:spLocks noChangeArrowheads="1"/>
            </p:cNvSpPr>
            <p:nvPr/>
          </p:nvSpPr>
          <p:spPr bwMode="auto">
            <a:xfrm>
              <a:off x="1941513" y="2232025"/>
              <a:ext cx="236538" cy="1087438"/>
            </a:xfrm>
            <a:prstGeom prst="ellipse">
              <a:avLst/>
            </a:prstGeom>
            <a:solidFill>
              <a:schemeClr val="accent1">
                <a:lumMod val="20000"/>
                <a:lumOff val="80000"/>
              </a:schemeClr>
            </a:solidFill>
            <a:ln w="9525">
              <a:solidFill>
                <a:schemeClr val="bg1">
                  <a:lumMod val="85000"/>
                </a:schemeClr>
              </a:solidFill>
              <a:round/>
              <a:headEnd/>
              <a:tailEnd/>
            </a:ln>
          </p:spPr>
          <p:txBody>
            <a:bodyPr vert="horz" wrap="square" lIns="120924" tIns="60462" rIns="120924" bIns="60462" numCol="1" anchor="t" anchorCtr="0" compatLnSpc="1">
              <a:prstTxWarp prst="textNoShape">
                <a:avLst/>
              </a:prstTxWarp>
            </a:bodyPr>
            <a:lstStyle/>
            <a:p>
              <a:endParaRPr lang="en-US" sz="2380" dirty="0"/>
            </a:p>
          </p:txBody>
        </p:sp>
        <p:sp>
          <p:nvSpPr>
            <p:cNvPr id="14" name="Oval 11">
              <a:extLst>
                <a:ext uri="{FF2B5EF4-FFF2-40B4-BE49-F238E27FC236}">
                  <a16:creationId xmlns:a16="http://schemas.microsoft.com/office/drawing/2014/main" id="{2BEC0DC3-66DE-13B9-61DE-068EBCAD7DBD}"/>
                </a:ext>
              </a:extLst>
            </p:cNvPr>
            <p:cNvSpPr>
              <a:spLocks noChangeArrowheads="1"/>
            </p:cNvSpPr>
            <p:nvPr/>
          </p:nvSpPr>
          <p:spPr bwMode="auto">
            <a:xfrm>
              <a:off x="2009775" y="2446338"/>
              <a:ext cx="104775" cy="658813"/>
            </a:xfrm>
            <a:prstGeom prst="ellipse">
              <a:avLst/>
            </a:prstGeom>
            <a:solidFill>
              <a:schemeClr val="bg1"/>
            </a:solidFill>
            <a:ln w="9525">
              <a:noFill/>
              <a:round/>
              <a:headEnd/>
              <a:tailEnd/>
            </a:ln>
          </p:spPr>
          <p:txBody>
            <a:bodyPr vert="horz" wrap="square" lIns="120924" tIns="60462" rIns="120924" bIns="60462" numCol="1" anchor="t" anchorCtr="0" compatLnSpc="1">
              <a:prstTxWarp prst="textNoShape">
                <a:avLst/>
              </a:prstTxWarp>
            </a:bodyPr>
            <a:lstStyle/>
            <a:p>
              <a:endParaRPr lang="en-US" sz="2380" dirty="0"/>
            </a:p>
          </p:txBody>
        </p:sp>
      </p:grpSp>
      <p:cxnSp>
        <p:nvCxnSpPr>
          <p:cNvPr id="15" name="Straight Connector 75">
            <a:extLst>
              <a:ext uri="{FF2B5EF4-FFF2-40B4-BE49-F238E27FC236}">
                <a16:creationId xmlns:a16="http://schemas.microsoft.com/office/drawing/2014/main" id="{02D5124F-D057-4784-0090-97E263D1E513}"/>
              </a:ext>
            </a:extLst>
          </p:cNvPr>
          <p:cNvCxnSpPr>
            <a:cxnSpLocks/>
          </p:cNvCxnSpPr>
          <p:nvPr/>
        </p:nvCxnSpPr>
        <p:spPr>
          <a:xfrm flipV="1">
            <a:off x="2823909" y="2615230"/>
            <a:ext cx="0" cy="791416"/>
          </a:xfrm>
          <a:prstGeom prst="line">
            <a:avLst/>
          </a:prstGeom>
          <a:ln w="9525">
            <a:solidFill>
              <a:schemeClr val="accent1"/>
            </a:solidFill>
            <a:prstDash val="dash"/>
            <a:headEnd type="oval" w="med" len="med"/>
            <a:tailEnd type="oval" w="med" len="med"/>
          </a:ln>
        </p:spPr>
        <p:style>
          <a:lnRef idx="1">
            <a:schemeClr val="accent1"/>
          </a:lnRef>
          <a:fillRef idx="0">
            <a:schemeClr val="accent1"/>
          </a:fillRef>
          <a:effectRef idx="0">
            <a:schemeClr val="accent1"/>
          </a:effectRef>
          <a:fontRef idx="minor">
            <a:schemeClr val="tx1"/>
          </a:fontRef>
        </p:style>
      </p:cxnSp>
      <p:sp>
        <p:nvSpPr>
          <p:cNvPr id="22" name="任意多边形: 形状 169">
            <a:extLst>
              <a:ext uri="{FF2B5EF4-FFF2-40B4-BE49-F238E27FC236}">
                <a16:creationId xmlns:a16="http://schemas.microsoft.com/office/drawing/2014/main" id="{CCCFAC66-6648-C6B7-BCB6-628AC171447B}"/>
              </a:ext>
            </a:extLst>
          </p:cNvPr>
          <p:cNvSpPr/>
          <p:nvPr/>
        </p:nvSpPr>
        <p:spPr>
          <a:xfrm rot="5400000" flipH="1">
            <a:off x="2601769" y="2325149"/>
            <a:ext cx="736486" cy="2275705"/>
          </a:xfrm>
          <a:custGeom>
            <a:avLst/>
            <a:gdLst>
              <a:gd name="connsiteX0" fmla="*/ 803862 w 806162"/>
              <a:gd name="connsiteY0" fmla="*/ 601850 h 2274294"/>
              <a:gd name="connsiteX1" fmla="*/ 403084 w 806162"/>
              <a:gd name="connsiteY1" fmla="*/ 0 h 2274294"/>
              <a:gd name="connsiteX2" fmla="*/ 2306 w 806162"/>
              <a:gd name="connsiteY2" fmla="*/ 601850 h 2274294"/>
              <a:gd name="connsiteX3" fmla="*/ 806162 w 806162"/>
              <a:gd name="connsiteY3" fmla="*/ 2274294 h 2274294"/>
              <a:gd name="connsiteX4" fmla="*/ 806162 w 806162"/>
              <a:gd name="connsiteY4" fmla="*/ 601853 h 2274294"/>
              <a:gd name="connsiteX5" fmla="*/ 0 w 806162"/>
              <a:gd name="connsiteY5" fmla="*/ 601853 h 2274294"/>
              <a:gd name="connsiteX6" fmla="*/ 0 w 806162"/>
              <a:gd name="connsiteY6" fmla="*/ 2274294 h 2274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06162" h="2274294">
                <a:moveTo>
                  <a:pt x="803862" y="601850"/>
                </a:moveTo>
                <a:lnTo>
                  <a:pt x="403084" y="0"/>
                </a:lnTo>
                <a:lnTo>
                  <a:pt x="2306" y="601850"/>
                </a:lnTo>
                <a:close/>
                <a:moveTo>
                  <a:pt x="806162" y="2274294"/>
                </a:moveTo>
                <a:lnTo>
                  <a:pt x="806162" y="601853"/>
                </a:lnTo>
                <a:lnTo>
                  <a:pt x="0" y="601853"/>
                </a:lnTo>
                <a:lnTo>
                  <a:pt x="0" y="2274294"/>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任意多边形: 形状 171">
            <a:extLst>
              <a:ext uri="{FF2B5EF4-FFF2-40B4-BE49-F238E27FC236}">
                <a16:creationId xmlns:a16="http://schemas.microsoft.com/office/drawing/2014/main" id="{4EB331E5-C9F6-C3B7-A7BF-20114D04EDDC}"/>
              </a:ext>
            </a:extLst>
          </p:cNvPr>
          <p:cNvSpPr/>
          <p:nvPr/>
        </p:nvSpPr>
        <p:spPr>
          <a:xfrm rot="5400000" flipH="1">
            <a:off x="654105" y="2320114"/>
            <a:ext cx="1288852" cy="2285776"/>
          </a:xfrm>
          <a:custGeom>
            <a:avLst/>
            <a:gdLst>
              <a:gd name="connsiteX0" fmla="*/ 1410784 w 1410784"/>
              <a:gd name="connsiteY0" fmla="*/ 2284359 h 2284359"/>
              <a:gd name="connsiteX1" fmla="*/ 1410784 w 1410784"/>
              <a:gd name="connsiteY1" fmla="*/ 681378 h 2284359"/>
              <a:gd name="connsiteX2" fmla="*/ 1093649 w 1410784"/>
              <a:gd name="connsiteY2" fmla="*/ 451728 h 2284359"/>
              <a:gd name="connsiteX3" fmla="*/ 705395 w 1410784"/>
              <a:gd name="connsiteY3" fmla="*/ 0 h 2284359"/>
              <a:gd name="connsiteX4" fmla="*/ 317150 w 1410784"/>
              <a:gd name="connsiteY4" fmla="*/ 451717 h 2284359"/>
              <a:gd name="connsiteX5" fmla="*/ 0 w 1410784"/>
              <a:gd name="connsiteY5" fmla="*/ 681378 h 2284359"/>
              <a:gd name="connsiteX6" fmla="*/ 0 w 1410784"/>
              <a:gd name="connsiteY6" fmla="*/ 2284359 h 2284359"/>
              <a:gd name="connsiteX7" fmla="*/ 705393 w 1410784"/>
              <a:gd name="connsiteY7" fmla="*/ 1773558 h 22843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410784" h="2284359">
                <a:moveTo>
                  <a:pt x="1410784" y="2284359"/>
                </a:moveTo>
                <a:lnTo>
                  <a:pt x="1410784" y="681378"/>
                </a:lnTo>
                <a:lnTo>
                  <a:pt x="1093649" y="451728"/>
                </a:lnTo>
                <a:lnTo>
                  <a:pt x="705395" y="0"/>
                </a:lnTo>
                <a:lnTo>
                  <a:pt x="317150" y="451717"/>
                </a:lnTo>
                <a:lnTo>
                  <a:pt x="0" y="681378"/>
                </a:lnTo>
                <a:lnTo>
                  <a:pt x="0" y="2284359"/>
                </a:lnTo>
                <a:lnTo>
                  <a:pt x="705393" y="1773558"/>
                </a:lnTo>
                <a:close/>
              </a:path>
            </a:pathLst>
          </a:custGeom>
          <a:gradFill flip="none" rotWithShape="1">
            <a:gsLst>
              <a:gs pos="0">
                <a:schemeClr val="accent1"/>
              </a:gs>
              <a:gs pos="100000">
                <a:schemeClr val="accent1">
                  <a:lumMod val="50000"/>
                </a:schemeClr>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2380" dirty="0"/>
          </a:p>
        </p:txBody>
      </p:sp>
      <p:sp>
        <p:nvSpPr>
          <p:cNvPr id="24" name="Freeform 16">
            <a:extLst>
              <a:ext uri="{FF2B5EF4-FFF2-40B4-BE49-F238E27FC236}">
                <a16:creationId xmlns:a16="http://schemas.microsoft.com/office/drawing/2014/main" id="{4FFAC30A-0211-7DCE-CE99-EED993D7DF82}"/>
              </a:ext>
            </a:extLst>
          </p:cNvPr>
          <p:cNvSpPr>
            <a:spLocks noEditPoints="1"/>
          </p:cNvSpPr>
          <p:nvPr/>
        </p:nvSpPr>
        <p:spPr bwMode="auto">
          <a:xfrm>
            <a:off x="2820369" y="3283805"/>
            <a:ext cx="383373" cy="354883"/>
          </a:xfrm>
          <a:custGeom>
            <a:avLst/>
            <a:gdLst>
              <a:gd name="T0" fmla="*/ 98 w 113"/>
              <a:gd name="T1" fmla="*/ 30 h 114"/>
              <a:gd name="T2" fmla="*/ 88 w 113"/>
              <a:gd name="T3" fmla="*/ 11 h 114"/>
              <a:gd name="T4" fmla="*/ 64 w 113"/>
              <a:gd name="T5" fmla="*/ 3 h 114"/>
              <a:gd name="T6" fmla="*/ 50 w 113"/>
              <a:gd name="T7" fmla="*/ 3 h 114"/>
              <a:gd name="T8" fmla="*/ 26 w 113"/>
              <a:gd name="T9" fmla="*/ 11 h 114"/>
              <a:gd name="T10" fmla="*/ 15 w 113"/>
              <a:gd name="T11" fmla="*/ 31 h 114"/>
              <a:gd name="T12" fmla="*/ 0 w 113"/>
              <a:gd name="T13" fmla="*/ 44 h 114"/>
              <a:gd name="T14" fmla="*/ 10 w 113"/>
              <a:gd name="T15" fmla="*/ 114 h 114"/>
              <a:gd name="T16" fmla="*/ 113 w 113"/>
              <a:gd name="T17" fmla="*/ 103 h 114"/>
              <a:gd name="T18" fmla="*/ 112 w 113"/>
              <a:gd name="T19" fmla="*/ 42 h 114"/>
              <a:gd name="T20" fmla="*/ 82 w 113"/>
              <a:gd name="T21" fmla="*/ 34 h 114"/>
              <a:gd name="T22" fmla="*/ 59 w 113"/>
              <a:gd name="T23" fmla="*/ 36 h 114"/>
              <a:gd name="T24" fmla="*/ 59 w 113"/>
              <a:gd name="T25" fmla="*/ 31 h 114"/>
              <a:gd name="T26" fmla="*/ 59 w 113"/>
              <a:gd name="T27" fmla="*/ 52 h 114"/>
              <a:gd name="T28" fmla="*/ 59 w 113"/>
              <a:gd name="T29" fmla="*/ 47 h 114"/>
              <a:gd name="T30" fmla="*/ 82 w 113"/>
              <a:gd name="T31" fmla="*/ 49 h 114"/>
              <a:gd name="T32" fmla="*/ 59 w 113"/>
              <a:gd name="T33" fmla="*/ 52 h 114"/>
              <a:gd name="T34" fmla="*/ 62 w 113"/>
              <a:gd name="T35" fmla="*/ 67 h 114"/>
              <a:gd name="T36" fmla="*/ 49 w 113"/>
              <a:gd name="T37" fmla="*/ 65 h 114"/>
              <a:gd name="T38" fmla="*/ 62 w 113"/>
              <a:gd name="T39" fmla="*/ 62 h 114"/>
              <a:gd name="T40" fmla="*/ 53 w 113"/>
              <a:gd name="T41" fmla="*/ 7 h 114"/>
              <a:gd name="T42" fmla="*/ 65 w 113"/>
              <a:gd name="T43" fmla="*/ 11 h 114"/>
              <a:gd name="T44" fmla="*/ 53 w 113"/>
              <a:gd name="T45" fmla="*/ 7 h 114"/>
              <a:gd name="T46" fmla="*/ 31 w 113"/>
              <a:gd name="T47" fmla="*/ 34 h 114"/>
              <a:gd name="T48" fmla="*/ 36 w 113"/>
              <a:gd name="T49" fmla="*/ 26 h 114"/>
              <a:gd name="T50" fmla="*/ 41 w 113"/>
              <a:gd name="T51" fmla="*/ 26 h 114"/>
              <a:gd name="T52" fmla="*/ 46 w 113"/>
              <a:gd name="T53" fmla="*/ 29 h 114"/>
              <a:gd name="T54" fmla="*/ 39 w 113"/>
              <a:gd name="T55" fmla="*/ 31 h 114"/>
              <a:gd name="T56" fmla="*/ 39 w 113"/>
              <a:gd name="T57" fmla="*/ 36 h 114"/>
              <a:gd name="T58" fmla="*/ 41 w 113"/>
              <a:gd name="T59" fmla="*/ 51 h 114"/>
              <a:gd name="T60" fmla="*/ 39 w 113"/>
              <a:gd name="T61" fmla="*/ 54 h 114"/>
              <a:gd name="T62" fmla="*/ 33 w 113"/>
              <a:gd name="T63" fmla="*/ 52 h 114"/>
              <a:gd name="T64" fmla="*/ 33 w 113"/>
              <a:gd name="T65" fmla="*/ 47 h 114"/>
              <a:gd name="T66" fmla="*/ 41 w 113"/>
              <a:gd name="T67" fmla="*/ 44 h 114"/>
              <a:gd name="T68" fmla="*/ 60 w 113"/>
              <a:gd name="T69" fmla="*/ 81 h 114"/>
              <a:gd name="T70" fmla="*/ 53 w 113"/>
              <a:gd name="T71" fmla="*/ 81 h 114"/>
              <a:gd name="T72" fmla="*/ 15 w 113"/>
              <a:gd name="T73" fmla="*/ 37 h 114"/>
              <a:gd name="T74" fmla="*/ 16 w 113"/>
              <a:gd name="T75" fmla="*/ 45 h 114"/>
              <a:gd name="T76" fmla="*/ 57 w 113"/>
              <a:gd name="T77" fmla="*/ 77 h 114"/>
              <a:gd name="T78" fmla="*/ 97 w 113"/>
              <a:gd name="T79" fmla="*/ 45 h 114"/>
              <a:gd name="T80" fmla="*/ 98 w 113"/>
              <a:gd name="T81" fmla="*/ 37 h 114"/>
              <a:gd name="T82" fmla="*/ 60 w 113"/>
              <a:gd name="T83" fmla="*/ 81 h 114"/>
              <a:gd name="T84" fmla="*/ 60 w 113"/>
              <a:gd name="T85" fmla="*/ 81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13" h="114">
                <a:moveTo>
                  <a:pt x="112" y="42"/>
                </a:moveTo>
                <a:cubicBezTo>
                  <a:pt x="112" y="42"/>
                  <a:pt x="103" y="35"/>
                  <a:pt x="98" y="30"/>
                </a:cubicBezTo>
                <a:cubicBezTo>
                  <a:pt x="98" y="21"/>
                  <a:pt x="98" y="21"/>
                  <a:pt x="98" y="21"/>
                </a:cubicBezTo>
                <a:cubicBezTo>
                  <a:pt x="98" y="15"/>
                  <a:pt x="93" y="11"/>
                  <a:pt x="88" y="11"/>
                </a:cubicBezTo>
                <a:cubicBezTo>
                  <a:pt x="73" y="11"/>
                  <a:pt x="73" y="11"/>
                  <a:pt x="73" y="11"/>
                </a:cubicBezTo>
                <a:cubicBezTo>
                  <a:pt x="68" y="6"/>
                  <a:pt x="64" y="3"/>
                  <a:pt x="64" y="3"/>
                </a:cubicBezTo>
                <a:cubicBezTo>
                  <a:pt x="62" y="1"/>
                  <a:pt x="59" y="0"/>
                  <a:pt x="57" y="0"/>
                </a:cubicBezTo>
                <a:cubicBezTo>
                  <a:pt x="54" y="0"/>
                  <a:pt x="52" y="1"/>
                  <a:pt x="50" y="3"/>
                </a:cubicBezTo>
                <a:cubicBezTo>
                  <a:pt x="49" y="3"/>
                  <a:pt x="46" y="6"/>
                  <a:pt x="40" y="11"/>
                </a:cubicBezTo>
                <a:cubicBezTo>
                  <a:pt x="26" y="11"/>
                  <a:pt x="26" y="11"/>
                  <a:pt x="26" y="11"/>
                </a:cubicBezTo>
                <a:cubicBezTo>
                  <a:pt x="20" y="11"/>
                  <a:pt x="15" y="15"/>
                  <a:pt x="15" y="21"/>
                </a:cubicBezTo>
                <a:cubicBezTo>
                  <a:pt x="15" y="31"/>
                  <a:pt x="15" y="31"/>
                  <a:pt x="15" y="31"/>
                </a:cubicBezTo>
                <a:cubicBezTo>
                  <a:pt x="10" y="35"/>
                  <a:pt x="1" y="42"/>
                  <a:pt x="1" y="42"/>
                </a:cubicBezTo>
                <a:cubicBezTo>
                  <a:pt x="0" y="43"/>
                  <a:pt x="0" y="43"/>
                  <a:pt x="0" y="44"/>
                </a:cubicBezTo>
                <a:cubicBezTo>
                  <a:pt x="0" y="103"/>
                  <a:pt x="0" y="103"/>
                  <a:pt x="0" y="103"/>
                </a:cubicBezTo>
                <a:cubicBezTo>
                  <a:pt x="0" y="109"/>
                  <a:pt x="5" y="114"/>
                  <a:pt x="10" y="114"/>
                </a:cubicBezTo>
                <a:cubicBezTo>
                  <a:pt x="103" y="114"/>
                  <a:pt x="103" y="114"/>
                  <a:pt x="103" y="114"/>
                </a:cubicBezTo>
                <a:cubicBezTo>
                  <a:pt x="109" y="114"/>
                  <a:pt x="113" y="109"/>
                  <a:pt x="113" y="103"/>
                </a:cubicBezTo>
                <a:cubicBezTo>
                  <a:pt x="113" y="44"/>
                  <a:pt x="113" y="44"/>
                  <a:pt x="113" y="44"/>
                </a:cubicBezTo>
                <a:cubicBezTo>
                  <a:pt x="113" y="43"/>
                  <a:pt x="113" y="43"/>
                  <a:pt x="112" y="42"/>
                </a:cubicBezTo>
                <a:close/>
                <a:moveTo>
                  <a:pt x="80" y="31"/>
                </a:moveTo>
                <a:cubicBezTo>
                  <a:pt x="81" y="31"/>
                  <a:pt x="82" y="32"/>
                  <a:pt x="82" y="34"/>
                </a:cubicBezTo>
                <a:cubicBezTo>
                  <a:pt x="82" y="35"/>
                  <a:pt x="81" y="36"/>
                  <a:pt x="80" y="36"/>
                </a:cubicBezTo>
                <a:cubicBezTo>
                  <a:pt x="59" y="36"/>
                  <a:pt x="59" y="36"/>
                  <a:pt x="59" y="36"/>
                </a:cubicBezTo>
                <a:cubicBezTo>
                  <a:pt x="58" y="36"/>
                  <a:pt x="57" y="35"/>
                  <a:pt x="57" y="34"/>
                </a:cubicBezTo>
                <a:cubicBezTo>
                  <a:pt x="57" y="32"/>
                  <a:pt x="58" y="31"/>
                  <a:pt x="59" y="31"/>
                </a:cubicBezTo>
                <a:lnTo>
                  <a:pt x="80" y="31"/>
                </a:lnTo>
                <a:close/>
                <a:moveTo>
                  <a:pt x="59" y="52"/>
                </a:moveTo>
                <a:cubicBezTo>
                  <a:pt x="58" y="52"/>
                  <a:pt x="57" y="51"/>
                  <a:pt x="57" y="49"/>
                </a:cubicBezTo>
                <a:cubicBezTo>
                  <a:pt x="57" y="48"/>
                  <a:pt x="58" y="47"/>
                  <a:pt x="59" y="47"/>
                </a:cubicBezTo>
                <a:cubicBezTo>
                  <a:pt x="80" y="47"/>
                  <a:pt x="80" y="47"/>
                  <a:pt x="80" y="47"/>
                </a:cubicBezTo>
                <a:cubicBezTo>
                  <a:pt x="81" y="47"/>
                  <a:pt x="82" y="48"/>
                  <a:pt x="82" y="49"/>
                </a:cubicBezTo>
                <a:cubicBezTo>
                  <a:pt x="82" y="51"/>
                  <a:pt x="81" y="52"/>
                  <a:pt x="80" y="52"/>
                </a:cubicBezTo>
                <a:lnTo>
                  <a:pt x="59" y="52"/>
                </a:lnTo>
                <a:close/>
                <a:moveTo>
                  <a:pt x="64" y="65"/>
                </a:moveTo>
                <a:cubicBezTo>
                  <a:pt x="64" y="66"/>
                  <a:pt x="63" y="67"/>
                  <a:pt x="62" y="67"/>
                </a:cubicBezTo>
                <a:cubicBezTo>
                  <a:pt x="51" y="67"/>
                  <a:pt x="51" y="67"/>
                  <a:pt x="51" y="67"/>
                </a:cubicBezTo>
                <a:cubicBezTo>
                  <a:pt x="50" y="67"/>
                  <a:pt x="49" y="66"/>
                  <a:pt x="49" y="65"/>
                </a:cubicBezTo>
                <a:cubicBezTo>
                  <a:pt x="49" y="63"/>
                  <a:pt x="50" y="62"/>
                  <a:pt x="51" y="62"/>
                </a:cubicBezTo>
                <a:cubicBezTo>
                  <a:pt x="62" y="62"/>
                  <a:pt x="62" y="62"/>
                  <a:pt x="62" y="62"/>
                </a:cubicBezTo>
                <a:cubicBezTo>
                  <a:pt x="63" y="62"/>
                  <a:pt x="64" y="63"/>
                  <a:pt x="64" y="65"/>
                </a:cubicBezTo>
                <a:close/>
                <a:moveTo>
                  <a:pt x="53" y="7"/>
                </a:moveTo>
                <a:cubicBezTo>
                  <a:pt x="55" y="6"/>
                  <a:pt x="58" y="5"/>
                  <a:pt x="60" y="7"/>
                </a:cubicBezTo>
                <a:cubicBezTo>
                  <a:pt x="61" y="7"/>
                  <a:pt x="62" y="9"/>
                  <a:pt x="65" y="11"/>
                </a:cubicBezTo>
                <a:cubicBezTo>
                  <a:pt x="49" y="11"/>
                  <a:pt x="49" y="11"/>
                  <a:pt x="49" y="11"/>
                </a:cubicBezTo>
                <a:cubicBezTo>
                  <a:pt x="51" y="9"/>
                  <a:pt x="53" y="7"/>
                  <a:pt x="53" y="7"/>
                </a:cubicBezTo>
                <a:close/>
                <a:moveTo>
                  <a:pt x="39" y="41"/>
                </a:moveTo>
                <a:cubicBezTo>
                  <a:pt x="34" y="41"/>
                  <a:pt x="31" y="38"/>
                  <a:pt x="31" y="34"/>
                </a:cubicBezTo>
                <a:cubicBezTo>
                  <a:pt x="31" y="30"/>
                  <a:pt x="33" y="28"/>
                  <a:pt x="36" y="26"/>
                </a:cubicBezTo>
                <a:cubicBezTo>
                  <a:pt x="36" y="26"/>
                  <a:pt x="36" y="26"/>
                  <a:pt x="36" y="26"/>
                </a:cubicBezTo>
                <a:cubicBezTo>
                  <a:pt x="36" y="25"/>
                  <a:pt x="37" y="23"/>
                  <a:pt x="39" y="23"/>
                </a:cubicBezTo>
                <a:cubicBezTo>
                  <a:pt x="40" y="23"/>
                  <a:pt x="41" y="25"/>
                  <a:pt x="41" y="26"/>
                </a:cubicBezTo>
                <a:cubicBezTo>
                  <a:pt x="44" y="26"/>
                  <a:pt x="44" y="26"/>
                  <a:pt x="44" y="26"/>
                </a:cubicBezTo>
                <a:cubicBezTo>
                  <a:pt x="45" y="26"/>
                  <a:pt x="46" y="27"/>
                  <a:pt x="46" y="29"/>
                </a:cubicBezTo>
                <a:cubicBezTo>
                  <a:pt x="46" y="30"/>
                  <a:pt x="45" y="31"/>
                  <a:pt x="44" y="31"/>
                </a:cubicBezTo>
                <a:cubicBezTo>
                  <a:pt x="39" y="31"/>
                  <a:pt x="39" y="31"/>
                  <a:pt x="39" y="31"/>
                </a:cubicBezTo>
                <a:cubicBezTo>
                  <a:pt x="37" y="31"/>
                  <a:pt x="36" y="32"/>
                  <a:pt x="36" y="34"/>
                </a:cubicBezTo>
                <a:cubicBezTo>
                  <a:pt x="36" y="35"/>
                  <a:pt x="37" y="36"/>
                  <a:pt x="39" y="36"/>
                </a:cubicBezTo>
                <a:cubicBezTo>
                  <a:pt x="43" y="36"/>
                  <a:pt x="46" y="40"/>
                  <a:pt x="46" y="44"/>
                </a:cubicBezTo>
                <a:cubicBezTo>
                  <a:pt x="46" y="47"/>
                  <a:pt x="44" y="50"/>
                  <a:pt x="41" y="51"/>
                </a:cubicBezTo>
                <a:cubicBezTo>
                  <a:pt x="41" y="52"/>
                  <a:pt x="41" y="52"/>
                  <a:pt x="41" y="52"/>
                </a:cubicBezTo>
                <a:cubicBezTo>
                  <a:pt x="41" y="53"/>
                  <a:pt x="40" y="54"/>
                  <a:pt x="39" y="54"/>
                </a:cubicBezTo>
                <a:cubicBezTo>
                  <a:pt x="37" y="54"/>
                  <a:pt x="36" y="53"/>
                  <a:pt x="36" y="52"/>
                </a:cubicBezTo>
                <a:cubicBezTo>
                  <a:pt x="33" y="52"/>
                  <a:pt x="33" y="52"/>
                  <a:pt x="33" y="52"/>
                </a:cubicBezTo>
                <a:cubicBezTo>
                  <a:pt x="32" y="52"/>
                  <a:pt x="31" y="51"/>
                  <a:pt x="31" y="49"/>
                </a:cubicBezTo>
                <a:cubicBezTo>
                  <a:pt x="31" y="48"/>
                  <a:pt x="32" y="47"/>
                  <a:pt x="33" y="47"/>
                </a:cubicBezTo>
                <a:cubicBezTo>
                  <a:pt x="39" y="47"/>
                  <a:pt x="39" y="47"/>
                  <a:pt x="39" y="47"/>
                </a:cubicBezTo>
                <a:cubicBezTo>
                  <a:pt x="40" y="47"/>
                  <a:pt x="41" y="45"/>
                  <a:pt x="41" y="44"/>
                </a:cubicBezTo>
                <a:cubicBezTo>
                  <a:pt x="41" y="43"/>
                  <a:pt x="40" y="41"/>
                  <a:pt x="39" y="41"/>
                </a:cubicBezTo>
                <a:close/>
                <a:moveTo>
                  <a:pt x="60" y="81"/>
                </a:moveTo>
                <a:cubicBezTo>
                  <a:pt x="60" y="82"/>
                  <a:pt x="58" y="83"/>
                  <a:pt x="57" y="83"/>
                </a:cubicBezTo>
                <a:cubicBezTo>
                  <a:pt x="55" y="83"/>
                  <a:pt x="54" y="82"/>
                  <a:pt x="53" y="81"/>
                </a:cubicBezTo>
                <a:cubicBezTo>
                  <a:pt x="43" y="72"/>
                  <a:pt x="15" y="51"/>
                  <a:pt x="7" y="44"/>
                </a:cubicBezTo>
                <a:cubicBezTo>
                  <a:pt x="9" y="42"/>
                  <a:pt x="12" y="40"/>
                  <a:pt x="15" y="37"/>
                </a:cubicBezTo>
                <a:cubicBezTo>
                  <a:pt x="15" y="43"/>
                  <a:pt x="15" y="43"/>
                  <a:pt x="15" y="43"/>
                </a:cubicBezTo>
                <a:cubicBezTo>
                  <a:pt x="15" y="44"/>
                  <a:pt x="16" y="44"/>
                  <a:pt x="16" y="45"/>
                </a:cubicBezTo>
                <a:cubicBezTo>
                  <a:pt x="27" y="53"/>
                  <a:pt x="46" y="68"/>
                  <a:pt x="55" y="76"/>
                </a:cubicBezTo>
                <a:cubicBezTo>
                  <a:pt x="55" y="76"/>
                  <a:pt x="56" y="77"/>
                  <a:pt x="57" y="77"/>
                </a:cubicBezTo>
                <a:cubicBezTo>
                  <a:pt x="57" y="77"/>
                  <a:pt x="58" y="76"/>
                  <a:pt x="58" y="76"/>
                </a:cubicBezTo>
                <a:cubicBezTo>
                  <a:pt x="67" y="68"/>
                  <a:pt x="86" y="53"/>
                  <a:pt x="97" y="45"/>
                </a:cubicBezTo>
                <a:cubicBezTo>
                  <a:pt x="97" y="45"/>
                  <a:pt x="98" y="44"/>
                  <a:pt x="98" y="43"/>
                </a:cubicBezTo>
                <a:cubicBezTo>
                  <a:pt x="98" y="37"/>
                  <a:pt x="98" y="37"/>
                  <a:pt x="98" y="37"/>
                </a:cubicBezTo>
                <a:cubicBezTo>
                  <a:pt x="101" y="40"/>
                  <a:pt x="105" y="42"/>
                  <a:pt x="107" y="44"/>
                </a:cubicBezTo>
                <a:cubicBezTo>
                  <a:pt x="98" y="51"/>
                  <a:pt x="70" y="72"/>
                  <a:pt x="60" y="81"/>
                </a:cubicBezTo>
                <a:close/>
                <a:moveTo>
                  <a:pt x="60" y="81"/>
                </a:moveTo>
                <a:cubicBezTo>
                  <a:pt x="60" y="81"/>
                  <a:pt x="60" y="81"/>
                  <a:pt x="60" y="81"/>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dirty="0"/>
          </a:p>
        </p:txBody>
      </p:sp>
      <p:grpSp>
        <p:nvGrpSpPr>
          <p:cNvPr id="25" name="Group 4">
            <a:extLst>
              <a:ext uri="{FF2B5EF4-FFF2-40B4-BE49-F238E27FC236}">
                <a16:creationId xmlns:a16="http://schemas.microsoft.com/office/drawing/2014/main" id="{55C264E8-E495-4956-69A3-975A1D0E06E5}"/>
              </a:ext>
            </a:extLst>
          </p:cNvPr>
          <p:cNvGrpSpPr/>
          <p:nvPr/>
        </p:nvGrpSpPr>
        <p:grpSpPr>
          <a:xfrm>
            <a:off x="4463164" y="3276654"/>
            <a:ext cx="408044" cy="374328"/>
            <a:chOff x="4448836" y="2973710"/>
            <a:chExt cx="534348" cy="536903"/>
          </a:xfrm>
        </p:grpSpPr>
        <p:sp>
          <p:nvSpPr>
            <p:cNvPr id="26" name="Freeform 12">
              <a:extLst>
                <a:ext uri="{FF2B5EF4-FFF2-40B4-BE49-F238E27FC236}">
                  <a16:creationId xmlns:a16="http://schemas.microsoft.com/office/drawing/2014/main" id="{6892C9FE-B647-65CE-0746-E68F00C8A29E}"/>
                </a:ext>
              </a:extLst>
            </p:cNvPr>
            <p:cNvSpPr>
              <a:spLocks noEditPoints="1"/>
            </p:cNvSpPr>
            <p:nvPr/>
          </p:nvSpPr>
          <p:spPr bwMode="auto">
            <a:xfrm>
              <a:off x="4689164" y="2973710"/>
              <a:ext cx="166185" cy="99711"/>
            </a:xfrm>
            <a:custGeom>
              <a:avLst/>
              <a:gdLst>
                <a:gd name="T0" fmla="*/ 5 w 34"/>
                <a:gd name="T1" fmla="*/ 20 h 20"/>
                <a:gd name="T2" fmla="*/ 5 w 34"/>
                <a:gd name="T3" fmla="*/ 20 h 20"/>
                <a:gd name="T4" fmla="*/ 17 w 34"/>
                <a:gd name="T5" fmla="*/ 18 h 20"/>
                <a:gd name="T6" fmla="*/ 28 w 34"/>
                <a:gd name="T7" fmla="*/ 20 h 20"/>
                <a:gd name="T8" fmla="*/ 31 w 34"/>
                <a:gd name="T9" fmla="*/ 18 h 20"/>
                <a:gd name="T10" fmla="*/ 34 w 34"/>
                <a:gd name="T11" fmla="*/ 7 h 20"/>
                <a:gd name="T12" fmla="*/ 27 w 34"/>
                <a:gd name="T13" fmla="*/ 0 h 20"/>
                <a:gd name="T14" fmla="*/ 22 w 34"/>
                <a:gd name="T15" fmla="*/ 3 h 20"/>
                <a:gd name="T16" fmla="*/ 22 w 34"/>
                <a:gd name="T17" fmla="*/ 3 h 20"/>
                <a:gd name="T18" fmla="*/ 16 w 34"/>
                <a:gd name="T19" fmla="*/ 0 h 20"/>
                <a:gd name="T20" fmla="*/ 7 w 34"/>
                <a:gd name="T21" fmla="*/ 7 h 20"/>
                <a:gd name="T22" fmla="*/ 0 w 34"/>
                <a:gd name="T23" fmla="*/ 12 h 20"/>
                <a:gd name="T24" fmla="*/ 3 w 34"/>
                <a:gd name="T25" fmla="*/ 19 h 20"/>
                <a:gd name="T26" fmla="*/ 5 w 34"/>
                <a:gd name="T27" fmla="*/ 20 h 20"/>
                <a:gd name="T28" fmla="*/ 5 w 34"/>
                <a:gd name="T29" fmla="*/ 20 h 20"/>
                <a:gd name="T30" fmla="*/ 5 w 34"/>
                <a:gd name="T31" fmla="*/ 2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4" h="20">
                  <a:moveTo>
                    <a:pt x="5" y="20"/>
                  </a:moveTo>
                  <a:cubicBezTo>
                    <a:pt x="5" y="20"/>
                    <a:pt x="5" y="20"/>
                    <a:pt x="5" y="20"/>
                  </a:cubicBezTo>
                  <a:cubicBezTo>
                    <a:pt x="9" y="19"/>
                    <a:pt x="13" y="18"/>
                    <a:pt x="17" y="18"/>
                  </a:cubicBezTo>
                  <a:cubicBezTo>
                    <a:pt x="21" y="18"/>
                    <a:pt x="25" y="19"/>
                    <a:pt x="28" y="20"/>
                  </a:cubicBezTo>
                  <a:cubicBezTo>
                    <a:pt x="29" y="20"/>
                    <a:pt x="30" y="19"/>
                    <a:pt x="31" y="18"/>
                  </a:cubicBezTo>
                  <a:cubicBezTo>
                    <a:pt x="33" y="14"/>
                    <a:pt x="34" y="10"/>
                    <a:pt x="34" y="7"/>
                  </a:cubicBezTo>
                  <a:cubicBezTo>
                    <a:pt x="34" y="4"/>
                    <a:pt x="32" y="0"/>
                    <a:pt x="27" y="0"/>
                  </a:cubicBezTo>
                  <a:cubicBezTo>
                    <a:pt x="24" y="0"/>
                    <a:pt x="23" y="2"/>
                    <a:pt x="22" y="3"/>
                  </a:cubicBezTo>
                  <a:cubicBezTo>
                    <a:pt x="22" y="3"/>
                    <a:pt x="22" y="3"/>
                    <a:pt x="22" y="3"/>
                  </a:cubicBezTo>
                  <a:cubicBezTo>
                    <a:pt x="21" y="2"/>
                    <a:pt x="19" y="0"/>
                    <a:pt x="16" y="0"/>
                  </a:cubicBezTo>
                  <a:cubicBezTo>
                    <a:pt x="11" y="0"/>
                    <a:pt x="9" y="4"/>
                    <a:pt x="7" y="7"/>
                  </a:cubicBezTo>
                  <a:cubicBezTo>
                    <a:pt x="3" y="7"/>
                    <a:pt x="0" y="9"/>
                    <a:pt x="0" y="12"/>
                  </a:cubicBezTo>
                  <a:cubicBezTo>
                    <a:pt x="0" y="14"/>
                    <a:pt x="1" y="16"/>
                    <a:pt x="3" y="19"/>
                  </a:cubicBezTo>
                  <a:cubicBezTo>
                    <a:pt x="3" y="20"/>
                    <a:pt x="4" y="20"/>
                    <a:pt x="5" y="20"/>
                  </a:cubicBezTo>
                  <a:close/>
                  <a:moveTo>
                    <a:pt x="5" y="20"/>
                  </a:moveTo>
                  <a:cubicBezTo>
                    <a:pt x="5" y="20"/>
                    <a:pt x="5" y="20"/>
                    <a:pt x="5" y="2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3">
              <a:extLst>
                <a:ext uri="{FF2B5EF4-FFF2-40B4-BE49-F238E27FC236}">
                  <a16:creationId xmlns:a16="http://schemas.microsoft.com/office/drawing/2014/main" id="{4D06ACFE-C509-172A-D0B6-44B133F4C924}"/>
                </a:ext>
              </a:extLst>
            </p:cNvPr>
            <p:cNvSpPr>
              <a:spLocks noEditPoints="1"/>
            </p:cNvSpPr>
            <p:nvPr/>
          </p:nvSpPr>
          <p:spPr bwMode="auto">
            <a:xfrm>
              <a:off x="4640588" y="3086204"/>
              <a:ext cx="294020" cy="271008"/>
            </a:xfrm>
            <a:custGeom>
              <a:avLst/>
              <a:gdLst>
                <a:gd name="T0" fmla="*/ 2 w 60"/>
                <a:gd name="T1" fmla="*/ 39 h 55"/>
                <a:gd name="T2" fmla="*/ 13 w 60"/>
                <a:gd name="T3" fmla="*/ 42 h 55"/>
                <a:gd name="T4" fmla="*/ 22 w 60"/>
                <a:gd name="T5" fmla="*/ 45 h 55"/>
                <a:gd name="T6" fmla="*/ 41 w 60"/>
                <a:gd name="T7" fmla="*/ 54 h 55"/>
                <a:gd name="T8" fmla="*/ 42 w 60"/>
                <a:gd name="T9" fmla="*/ 55 h 55"/>
                <a:gd name="T10" fmla="*/ 43 w 60"/>
                <a:gd name="T11" fmla="*/ 55 h 55"/>
                <a:gd name="T12" fmla="*/ 57 w 60"/>
                <a:gd name="T13" fmla="*/ 52 h 55"/>
                <a:gd name="T14" fmla="*/ 58 w 60"/>
                <a:gd name="T15" fmla="*/ 52 h 55"/>
                <a:gd name="T16" fmla="*/ 58 w 60"/>
                <a:gd name="T17" fmla="*/ 52 h 55"/>
                <a:gd name="T18" fmla="*/ 60 w 60"/>
                <a:gd name="T19" fmla="*/ 50 h 55"/>
                <a:gd name="T20" fmla="*/ 60 w 60"/>
                <a:gd name="T21" fmla="*/ 49 h 55"/>
                <a:gd name="T22" fmla="*/ 54 w 60"/>
                <a:gd name="T23" fmla="*/ 35 h 55"/>
                <a:gd name="T24" fmla="*/ 27 w 60"/>
                <a:gd name="T25" fmla="*/ 0 h 55"/>
                <a:gd name="T26" fmla="*/ 1 w 60"/>
                <a:gd name="T27" fmla="*/ 35 h 55"/>
                <a:gd name="T28" fmla="*/ 1 w 60"/>
                <a:gd name="T29" fmla="*/ 37 h 55"/>
                <a:gd name="T30" fmla="*/ 2 w 60"/>
                <a:gd name="T31" fmla="*/ 39 h 55"/>
                <a:gd name="T32" fmla="*/ 27 w 60"/>
                <a:gd name="T33" fmla="*/ 29 h 55"/>
                <a:gd name="T34" fmla="*/ 20 w 60"/>
                <a:gd name="T35" fmla="*/ 23 h 55"/>
                <a:gd name="T36" fmla="*/ 25 w 60"/>
                <a:gd name="T37" fmla="*/ 16 h 55"/>
                <a:gd name="T38" fmla="*/ 25 w 60"/>
                <a:gd name="T39" fmla="*/ 16 h 55"/>
                <a:gd name="T40" fmla="*/ 27 w 60"/>
                <a:gd name="T41" fmla="*/ 14 h 55"/>
                <a:gd name="T42" fmla="*/ 30 w 60"/>
                <a:gd name="T43" fmla="*/ 16 h 55"/>
                <a:gd name="T44" fmla="*/ 32 w 60"/>
                <a:gd name="T45" fmla="*/ 16 h 55"/>
                <a:gd name="T46" fmla="*/ 34 w 60"/>
                <a:gd name="T47" fmla="*/ 18 h 55"/>
                <a:gd name="T48" fmla="*/ 32 w 60"/>
                <a:gd name="T49" fmla="*/ 20 h 55"/>
                <a:gd name="T50" fmla="*/ 27 w 60"/>
                <a:gd name="T51" fmla="*/ 20 h 55"/>
                <a:gd name="T52" fmla="*/ 25 w 60"/>
                <a:gd name="T53" fmla="*/ 23 h 55"/>
                <a:gd name="T54" fmla="*/ 27 w 60"/>
                <a:gd name="T55" fmla="*/ 25 h 55"/>
                <a:gd name="T56" fmla="*/ 34 w 60"/>
                <a:gd name="T57" fmla="*/ 32 h 55"/>
                <a:gd name="T58" fmla="*/ 30 w 60"/>
                <a:gd name="T59" fmla="*/ 38 h 55"/>
                <a:gd name="T60" fmla="*/ 30 w 60"/>
                <a:gd name="T61" fmla="*/ 39 h 55"/>
                <a:gd name="T62" fmla="*/ 27 w 60"/>
                <a:gd name="T63" fmla="*/ 41 h 55"/>
                <a:gd name="T64" fmla="*/ 25 w 60"/>
                <a:gd name="T65" fmla="*/ 39 h 55"/>
                <a:gd name="T66" fmla="*/ 23 w 60"/>
                <a:gd name="T67" fmla="*/ 39 h 55"/>
                <a:gd name="T68" fmla="*/ 20 w 60"/>
                <a:gd name="T69" fmla="*/ 36 h 55"/>
                <a:gd name="T70" fmla="*/ 23 w 60"/>
                <a:gd name="T71" fmla="*/ 34 h 55"/>
                <a:gd name="T72" fmla="*/ 27 w 60"/>
                <a:gd name="T73" fmla="*/ 34 h 55"/>
                <a:gd name="T74" fmla="*/ 30 w 60"/>
                <a:gd name="T75" fmla="*/ 32 h 55"/>
                <a:gd name="T76" fmla="*/ 27 w 60"/>
                <a:gd name="T77" fmla="*/ 29 h 55"/>
                <a:gd name="T78" fmla="*/ 27 w 60"/>
                <a:gd name="T79" fmla="*/ 29 h 55"/>
                <a:gd name="T80" fmla="*/ 27 w 60"/>
                <a:gd name="T81" fmla="*/ 29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60" h="55">
                  <a:moveTo>
                    <a:pt x="2" y="39"/>
                  </a:moveTo>
                  <a:cubicBezTo>
                    <a:pt x="7" y="39"/>
                    <a:pt x="10" y="41"/>
                    <a:pt x="13" y="42"/>
                  </a:cubicBezTo>
                  <a:cubicBezTo>
                    <a:pt x="16" y="44"/>
                    <a:pt x="18" y="45"/>
                    <a:pt x="22" y="45"/>
                  </a:cubicBezTo>
                  <a:cubicBezTo>
                    <a:pt x="27" y="46"/>
                    <a:pt x="36" y="48"/>
                    <a:pt x="41" y="54"/>
                  </a:cubicBezTo>
                  <a:cubicBezTo>
                    <a:pt x="41" y="54"/>
                    <a:pt x="42" y="55"/>
                    <a:pt x="42" y="55"/>
                  </a:cubicBezTo>
                  <a:cubicBezTo>
                    <a:pt x="42" y="55"/>
                    <a:pt x="43" y="55"/>
                    <a:pt x="43" y="55"/>
                  </a:cubicBezTo>
                  <a:cubicBezTo>
                    <a:pt x="49" y="53"/>
                    <a:pt x="54" y="52"/>
                    <a:pt x="57" y="52"/>
                  </a:cubicBezTo>
                  <a:cubicBezTo>
                    <a:pt x="58" y="52"/>
                    <a:pt x="58" y="52"/>
                    <a:pt x="58" y="52"/>
                  </a:cubicBezTo>
                  <a:cubicBezTo>
                    <a:pt x="58" y="52"/>
                    <a:pt x="58" y="52"/>
                    <a:pt x="58" y="52"/>
                  </a:cubicBezTo>
                  <a:cubicBezTo>
                    <a:pt x="59" y="52"/>
                    <a:pt x="60" y="51"/>
                    <a:pt x="60" y="50"/>
                  </a:cubicBezTo>
                  <a:cubicBezTo>
                    <a:pt x="60" y="50"/>
                    <a:pt x="60" y="49"/>
                    <a:pt x="60" y="49"/>
                  </a:cubicBezTo>
                  <a:cubicBezTo>
                    <a:pt x="58" y="43"/>
                    <a:pt x="55" y="37"/>
                    <a:pt x="54" y="35"/>
                  </a:cubicBezTo>
                  <a:cubicBezTo>
                    <a:pt x="54" y="14"/>
                    <a:pt x="49" y="0"/>
                    <a:pt x="27" y="0"/>
                  </a:cubicBezTo>
                  <a:cubicBezTo>
                    <a:pt x="5" y="0"/>
                    <a:pt x="1" y="14"/>
                    <a:pt x="1" y="35"/>
                  </a:cubicBezTo>
                  <a:cubicBezTo>
                    <a:pt x="0" y="36"/>
                    <a:pt x="0" y="37"/>
                    <a:pt x="1" y="37"/>
                  </a:cubicBezTo>
                  <a:cubicBezTo>
                    <a:pt x="1" y="38"/>
                    <a:pt x="2" y="39"/>
                    <a:pt x="2" y="39"/>
                  </a:cubicBezTo>
                  <a:close/>
                  <a:moveTo>
                    <a:pt x="27" y="29"/>
                  </a:moveTo>
                  <a:cubicBezTo>
                    <a:pt x="23" y="29"/>
                    <a:pt x="20" y="26"/>
                    <a:pt x="20" y="23"/>
                  </a:cubicBezTo>
                  <a:cubicBezTo>
                    <a:pt x="20" y="20"/>
                    <a:pt x="22" y="17"/>
                    <a:pt x="25" y="16"/>
                  </a:cubicBezTo>
                  <a:cubicBezTo>
                    <a:pt x="25" y="16"/>
                    <a:pt x="25" y="16"/>
                    <a:pt x="25" y="16"/>
                  </a:cubicBezTo>
                  <a:cubicBezTo>
                    <a:pt x="25" y="15"/>
                    <a:pt x="26" y="14"/>
                    <a:pt x="27" y="14"/>
                  </a:cubicBezTo>
                  <a:cubicBezTo>
                    <a:pt x="28" y="14"/>
                    <a:pt x="30" y="15"/>
                    <a:pt x="30" y="16"/>
                  </a:cubicBezTo>
                  <a:cubicBezTo>
                    <a:pt x="32" y="16"/>
                    <a:pt x="32" y="16"/>
                    <a:pt x="32" y="16"/>
                  </a:cubicBezTo>
                  <a:cubicBezTo>
                    <a:pt x="33" y="16"/>
                    <a:pt x="34" y="17"/>
                    <a:pt x="34" y="18"/>
                  </a:cubicBezTo>
                  <a:cubicBezTo>
                    <a:pt x="34" y="19"/>
                    <a:pt x="33" y="20"/>
                    <a:pt x="32" y="20"/>
                  </a:cubicBezTo>
                  <a:cubicBezTo>
                    <a:pt x="27" y="20"/>
                    <a:pt x="27" y="20"/>
                    <a:pt x="27" y="20"/>
                  </a:cubicBezTo>
                  <a:cubicBezTo>
                    <a:pt x="26" y="20"/>
                    <a:pt x="25" y="21"/>
                    <a:pt x="25" y="23"/>
                  </a:cubicBezTo>
                  <a:cubicBezTo>
                    <a:pt x="25" y="24"/>
                    <a:pt x="26" y="25"/>
                    <a:pt x="27" y="25"/>
                  </a:cubicBezTo>
                  <a:cubicBezTo>
                    <a:pt x="31" y="25"/>
                    <a:pt x="34" y="28"/>
                    <a:pt x="34" y="32"/>
                  </a:cubicBezTo>
                  <a:cubicBezTo>
                    <a:pt x="34" y="35"/>
                    <a:pt x="32" y="37"/>
                    <a:pt x="30" y="38"/>
                  </a:cubicBezTo>
                  <a:cubicBezTo>
                    <a:pt x="30" y="39"/>
                    <a:pt x="30" y="39"/>
                    <a:pt x="30" y="39"/>
                  </a:cubicBezTo>
                  <a:cubicBezTo>
                    <a:pt x="30" y="40"/>
                    <a:pt x="28" y="41"/>
                    <a:pt x="27" y="41"/>
                  </a:cubicBezTo>
                  <a:cubicBezTo>
                    <a:pt x="26" y="41"/>
                    <a:pt x="25" y="40"/>
                    <a:pt x="25" y="39"/>
                  </a:cubicBezTo>
                  <a:cubicBezTo>
                    <a:pt x="23" y="39"/>
                    <a:pt x="23" y="39"/>
                    <a:pt x="23" y="39"/>
                  </a:cubicBezTo>
                  <a:cubicBezTo>
                    <a:pt x="21" y="39"/>
                    <a:pt x="20" y="38"/>
                    <a:pt x="20" y="36"/>
                  </a:cubicBezTo>
                  <a:cubicBezTo>
                    <a:pt x="20" y="35"/>
                    <a:pt x="21" y="34"/>
                    <a:pt x="23" y="34"/>
                  </a:cubicBezTo>
                  <a:cubicBezTo>
                    <a:pt x="27" y="34"/>
                    <a:pt x="27" y="34"/>
                    <a:pt x="27" y="34"/>
                  </a:cubicBezTo>
                  <a:cubicBezTo>
                    <a:pt x="28" y="34"/>
                    <a:pt x="30" y="33"/>
                    <a:pt x="30" y="32"/>
                  </a:cubicBezTo>
                  <a:cubicBezTo>
                    <a:pt x="30" y="30"/>
                    <a:pt x="28" y="29"/>
                    <a:pt x="27" y="29"/>
                  </a:cubicBezTo>
                  <a:close/>
                  <a:moveTo>
                    <a:pt x="27" y="29"/>
                  </a:moveTo>
                  <a:cubicBezTo>
                    <a:pt x="27" y="29"/>
                    <a:pt x="27" y="29"/>
                    <a:pt x="27" y="29"/>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4">
              <a:extLst>
                <a:ext uri="{FF2B5EF4-FFF2-40B4-BE49-F238E27FC236}">
                  <a16:creationId xmlns:a16="http://schemas.microsoft.com/office/drawing/2014/main" id="{B023FC43-38B2-4621-9A0A-8EC65F84CFAD}"/>
                </a:ext>
              </a:extLst>
            </p:cNvPr>
            <p:cNvSpPr>
              <a:spLocks noEditPoints="1"/>
            </p:cNvSpPr>
            <p:nvPr/>
          </p:nvSpPr>
          <p:spPr bwMode="auto">
            <a:xfrm>
              <a:off x="4448836" y="3265172"/>
              <a:ext cx="138061" cy="199421"/>
            </a:xfrm>
            <a:custGeom>
              <a:avLst/>
              <a:gdLst>
                <a:gd name="T0" fmla="*/ 22 w 28"/>
                <a:gd name="T1" fmla="*/ 4 h 41"/>
                <a:gd name="T2" fmla="*/ 3 w 28"/>
                <a:gd name="T3" fmla="*/ 0 h 41"/>
                <a:gd name="T4" fmla="*/ 1 w 28"/>
                <a:gd name="T5" fmla="*/ 1 h 41"/>
                <a:gd name="T6" fmla="*/ 0 w 28"/>
                <a:gd name="T7" fmla="*/ 3 h 41"/>
                <a:gd name="T8" fmla="*/ 0 w 28"/>
                <a:gd name="T9" fmla="*/ 39 h 41"/>
                <a:gd name="T10" fmla="*/ 3 w 28"/>
                <a:gd name="T11" fmla="*/ 41 h 41"/>
                <a:gd name="T12" fmla="*/ 17 w 28"/>
                <a:gd name="T13" fmla="*/ 41 h 41"/>
                <a:gd name="T14" fmla="*/ 24 w 28"/>
                <a:gd name="T15" fmla="*/ 35 h 41"/>
                <a:gd name="T16" fmla="*/ 27 w 28"/>
                <a:gd name="T17" fmla="*/ 12 h 41"/>
                <a:gd name="T18" fmla="*/ 22 w 28"/>
                <a:gd name="T19" fmla="*/ 4 h 41"/>
                <a:gd name="T20" fmla="*/ 22 w 28"/>
                <a:gd name="T21" fmla="*/ 4 h 41"/>
                <a:gd name="T22" fmla="*/ 22 w 28"/>
                <a:gd name="T23" fmla="*/ 4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 h="41">
                  <a:moveTo>
                    <a:pt x="22" y="4"/>
                  </a:moveTo>
                  <a:cubicBezTo>
                    <a:pt x="3" y="0"/>
                    <a:pt x="3" y="0"/>
                    <a:pt x="3" y="0"/>
                  </a:cubicBezTo>
                  <a:cubicBezTo>
                    <a:pt x="2" y="0"/>
                    <a:pt x="2" y="0"/>
                    <a:pt x="1" y="1"/>
                  </a:cubicBezTo>
                  <a:cubicBezTo>
                    <a:pt x="1" y="1"/>
                    <a:pt x="0" y="2"/>
                    <a:pt x="0" y="3"/>
                  </a:cubicBezTo>
                  <a:cubicBezTo>
                    <a:pt x="0" y="39"/>
                    <a:pt x="0" y="39"/>
                    <a:pt x="0" y="39"/>
                  </a:cubicBezTo>
                  <a:cubicBezTo>
                    <a:pt x="0" y="40"/>
                    <a:pt x="1" y="41"/>
                    <a:pt x="3" y="41"/>
                  </a:cubicBezTo>
                  <a:cubicBezTo>
                    <a:pt x="17" y="41"/>
                    <a:pt x="17" y="41"/>
                    <a:pt x="17" y="41"/>
                  </a:cubicBezTo>
                  <a:cubicBezTo>
                    <a:pt x="20" y="41"/>
                    <a:pt x="23" y="39"/>
                    <a:pt x="24" y="35"/>
                  </a:cubicBezTo>
                  <a:cubicBezTo>
                    <a:pt x="27" y="12"/>
                    <a:pt x="27" y="12"/>
                    <a:pt x="27" y="12"/>
                  </a:cubicBezTo>
                  <a:cubicBezTo>
                    <a:pt x="28" y="8"/>
                    <a:pt x="25" y="5"/>
                    <a:pt x="22" y="4"/>
                  </a:cubicBezTo>
                  <a:close/>
                  <a:moveTo>
                    <a:pt x="22" y="4"/>
                  </a:moveTo>
                  <a:cubicBezTo>
                    <a:pt x="22" y="4"/>
                    <a:pt x="22" y="4"/>
                    <a:pt x="22" y="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9" name="Freeform 15">
              <a:extLst>
                <a:ext uri="{FF2B5EF4-FFF2-40B4-BE49-F238E27FC236}">
                  <a16:creationId xmlns:a16="http://schemas.microsoft.com/office/drawing/2014/main" id="{04C7B16E-ABD5-785C-135E-AA912000243B}"/>
                </a:ext>
              </a:extLst>
            </p:cNvPr>
            <p:cNvSpPr>
              <a:spLocks noEditPoints="1"/>
            </p:cNvSpPr>
            <p:nvPr/>
          </p:nvSpPr>
          <p:spPr bwMode="auto">
            <a:xfrm>
              <a:off x="4586897" y="3298408"/>
              <a:ext cx="396287" cy="212205"/>
            </a:xfrm>
            <a:custGeom>
              <a:avLst/>
              <a:gdLst>
                <a:gd name="T0" fmla="*/ 68 w 81"/>
                <a:gd name="T1" fmla="*/ 14 h 43"/>
                <a:gd name="T2" fmla="*/ 56 w 81"/>
                <a:gd name="T3" fmla="*/ 16 h 43"/>
                <a:gd name="T4" fmla="*/ 54 w 81"/>
                <a:gd name="T5" fmla="*/ 18 h 43"/>
                <a:gd name="T6" fmla="*/ 54 w 81"/>
                <a:gd name="T7" fmla="*/ 18 h 43"/>
                <a:gd name="T8" fmla="*/ 50 w 81"/>
                <a:gd name="T9" fmla="*/ 27 h 43"/>
                <a:gd name="T10" fmla="*/ 39 w 81"/>
                <a:gd name="T11" fmla="*/ 30 h 43"/>
                <a:gd name="T12" fmla="*/ 14 w 81"/>
                <a:gd name="T13" fmla="*/ 25 h 43"/>
                <a:gd name="T14" fmla="*/ 12 w 81"/>
                <a:gd name="T15" fmla="*/ 22 h 43"/>
                <a:gd name="T16" fmla="*/ 15 w 81"/>
                <a:gd name="T17" fmla="*/ 20 h 43"/>
                <a:gd name="T18" fmla="*/ 39 w 81"/>
                <a:gd name="T19" fmla="*/ 25 h 43"/>
                <a:gd name="T20" fmla="*/ 47 w 81"/>
                <a:gd name="T21" fmla="*/ 23 h 43"/>
                <a:gd name="T22" fmla="*/ 50 w 81"/>
                <a:gd name="T23" fmla="*/ 18 h 43"/>
                <a:gd name="T24" fmla="*/ 49 w 81"/>
                <a:gd name="T25" fmla="*/ 17 h 43"/>
                <a:gd name="T26" fmla="*/ 32 w 81"/>
                <a:gd name="T27" fmla="*/ 7 h 43"/>
                <a:gd name="T28" fmla="*/ 22 w 81"/>
                <a:gd name="T29" fmla="*/ 3 h 43"/>
                <a:gd name="T30" fmla="*/ 11 w 81"/>
                <a:gd name="T31" fmla="*/ 0 h 43"/>
                <a:gd name="T32" fmla="*/ 6 w 81"/>
                <a:gd name="T33" fmla="*/ 0 h 43"/>
                <a:gd name="T34" fmla="*/ 4 w 81"/>
                <a:gd name="T35" fmla="*/ 3 h 43"/>
                <a:gd name="T36" fmla="*/ 4 w 81"/>
                <a:gd name="T37" fmla="*/ 5 h 43"/>
                <a:gd name="T38" fmla="*/ 0 w 81"/>
                <a:gd name="T39" fmla="*/ 29 h 43"/>
                <a:gd name="T40" fmla="*/ 0 w 81"/>
                <a:gd name="T41" fmla="*/ 30 h 43"/>
                <a:gd name="T42" fmla="*/ 0 w 81"/>
                <a:gd name="T43" fmla="*/ 30 h 43"/>
                <a:gd name="T44" fmla="*/ 1 w 81"/>
                <a:gd name="T45" fmla="*/ 33 h 43"/>
                <a:gd name="T46" fmla="*/ 34 w 81"/>
                <a:gd name="T47" fmla="*/ 43 h 43"/>
                <a:gd name="T48" fmla="*/ 73 w 81"/>
                <a:gd name="T49" fmla="*/ 28 h 43"/>
                <a:gd name="T50" fmla="*/ 80 w 81"/>
                <a:gd name="T51" fmla="*/ 25 h 43"/>
                <a:gd name="T52" fmla="*/ 81 w 81"/>
                <a:gd name="T53" fmla="*/ 23 h 43"/>
                <a:gd name="T54" fmla="*/ 68 w 81"/>
                <a:gd name="T55" fmla="*/ 14 h 43"/>
                <a:gd name="T56" fmla="*/ 68 w 81"/>
                <a:gd name="T57" fmla="*/ 14 h 43"/>
                <a:gd name="T58" fmla="*/ 68 w 81"/>
                <a:gd name="T59" fmla="*/ 14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1" h="43">
                  <a:moveTo>
                    <a:pt x="68" y="14"/>
                  </a:moveTo>
                  <a:cubicBezTo>
                    <a:pt x="65" y="14"/>
                    <a:pt x="60" y="15"/>
                    <a:pt x="56" y="16"/>
                  </a:cubicBezTo>
                  <a:cubicBezTo>
                    <a:pt x="55" y="16"/>
                    <a:pt x="54" y="17"/>
                    <a:pt x="54" y="18"/>
                  </a:cubicBezTo>
                  <a:cubicBezTo>
                    <a:pt x="54" y="18"/>
                    <a:pt x="54" y="18"/>
                    <a:pt x="54" y="18"/>
                  </a:cubicBezTo>
                  <a:cubicBezTo>
                    <a:pt x="54" y="22"/>
                    <a:pt x="53" y="25"/>
                    <a:pt x="50" y="27"/>
                  </a:cubicBezTo>
                  <a:cubicBezTo>
                    <a:pt x="47" y="29"/>
                    <a:pt x="44" y="30"/>
                    <a:pt x="39" y="30"/>
                  </a:cubicBezTo>
                  <a:cubicBezTo>
                    <a:pt x="33" y="30"/>
                    <a:pt x="25" y="28"/>
                    <a:pt x="14" y="25"/>
                  </a:cubicBezTo>
                  <a:cubicBezTo>
                    <a:pt x="13" y="24"/>
                    <a:pt x="12" y="23"/>
                    <a:pt x="12" y="22"/>
                  </a:cubicBezTo>
                  <a:cubicBezTo>
                    <a:pt x="12" y="21"/>
                    <a:pt x="14" y="20"/>
                    <a:pt x="15" y="20"/>
                  </a:cubicBezTo>
                  <a:cubicBezTo>
                    <a:pt x="25" y="24"/>
                    <a:pt x="34" y="25"/>
                    <a:pt x="39" y="25"/>
                  </a:cubicBezTo>
                  <a:cubicBezTo>
                    <a:pt x="44" y="25"/>
                    <a:pt x="46" y="24"/>
                    <a:pt x="47" y="23"/>
                  </a:cubicBezTo>
                  <a:cubicBezTo>
                    <a:pt x="49" y="22"/>
                    <a:pt x="50" y="20"/>
                    <a:pt x="50" y="18"/>
                  </a:cubicBezTo>
                  <a:cubicBezTo>
                    <a:pt x="50" y="18"/>
                    <a:pt x="50" y="17"/>
                    <a:pt x="49" y="17"/>
                  </a:cubicBezTo>
                  <a:cubicBezTo>
                    <a:pt x="49" y="11"/>
                    <a:pt x="40" y="9"/>
                    <a:pt x="32" y="7"/>
                  </a:cubicBezTo>
                  <a:cubicBezTo>
                    <a:pt x="28" y="6"/>
                    <a:pt x="25" y="5"/>
                    <a:pt x="22" y="3"/>
                  </a:cubicBezTo>
                  <a:cubicBezTo>
                    <a:pt x="19" y="2"/>
                    <a:pt x="15" y="0"/>
                    <a:pt x="11" y="0"/>
                  </a:cubicBezTo>
                  <a:cubicBezTo>
                    <a:pt x="9" y="0"/>
                    <a:pt x="7" y="0"/>
                    <a:pt x="6" y="0"/>
                  </a:cubicBezTo>
                  <a:cubicBezTo>
                    <a:pt x="4" y="1"/>
                    <a:pt x="3" y="2"/>
                    <a:pt x="4" y="3"/>
                  </a:cubicBezTo>
                  <a:cubicBezTo>
                    <a:pt x="4" y="4"/>
                    <a:pt x="4" y="5"/>
                    <a:pt x="4" y="5"/>
                  </a:cubicBezTo>
                  <a:cubicBezTo>
                    <a:pt x="0" y="29"/>
                    <a:pt x="0" y="29"/>
                    <a:pt x="0" y="29"/>
                  </a:cubicBezTo>
                  <a:cubicBezTo>
                    <a:pt x="0" y="29"/>
                    <a:pt x="0" y="29"/>
                    <a:pt x="0" y="30"/>
                  </a:cubicBezTo>
                  <a:cubicBezTo>
                    <a:pt x="0" y="30"/>
                    <a:pt x="0" y="30"/>
                    <a:pt x="0" y="30"/>
                  </a:cubicBezTo>
                  <a:cubicBezTo>
                    <a:pt x="0" y="31"/>
                    <a:pt x="0" y="32"/>
                    <a:pt x="1" y="33"/>
                  </a:cubicBezTo>
                  <a:cubicBezTo>
                    <a:pt x="12" y="37"/>
                    <a:pt x="26" y="43"/>
                    <a:pt x="34" y="43"/>
                  </a:cubicBezTo>
                  <a:cubicBezTo>
                    <a:pt x="43" y="43"/>
                    <a:pt x="61" y="34"/>
                    <a:pt x="73" y="28"/>
                  </a:cubicBezTo>
                  <a:cubicBezTo>
                    <a:pt x="76" y="27"/>
                    <a:pt x="78" y="26"/>
                    <a:pt x="80" y="25"/>
                  </a:cubicBezTo>
                  <a:cubicBezTo>
                    <a:pt x="81" y="25"/>
                    <a:pt x="81" y="24"/>
                    <a:pt x="81" y="23"/>
                  </a:cubicBezTo>
                  <a:cubicBezTo>
                    <a:pt x="81" y="17"/>
                    <a:pt x="76" y="14"/>
                    <a:pt x="68" y="14"/>
                  </a:cubicBezTo>
                  <a:close/>
                  <a:moveTo>
                    <a:pt x="68" y="14"/>
                  </a:moveTo>
                  <a:cubicBezTo>
                    <a:pt x="68" y="14"/>
                    <a:pt x="68" y="14"/>
                    <a:pt x="68" y="1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30" name="Group 23">
            <a:extLst>
              <a:ext uri="{FF2B5EF4-FFF2-40B4-BE49-F238E27FC236}">
                <a16:creationId xmlns:a16="http://schemas.microsoft.com/office/drawing/2014/main" id="{E2182611-30D8-E444-A4D8-50D849FACA96}"/>
              </a:ext>
            </a:extLst>
          </p:cNvPr>
          <p:cNvGrpSpPr/>
          <p:nvPr/>
        </p:nvGrpSpPr>
        <p:grpSpPr>
          <a:xfrm>
            <a:off x="6129815" y="3302324"/>
            <a:ext cx="370951" cy="342243"/>
            <a:chOff x="7357762" y="3010528"/>
            <a:chExt cx="485773" cy="490884"/>
          </a:xfrm>
        </p:grpSpPr>
        <p:sp>
          <p:nvSpPr>
            <p:cNvPr id="31" name="Freeform 9">
              <a:extLst>
                <a:ext uri="{FF2B5EF4-FFF2-40B4-BE49-F238E27FC236}">
                  <a16:creationId xmlns:a16="http://schemas.microsoft.com/office/drawing/2014/main" id="{64151CA7-DE34-C185-4FB4-032A472BEB87}"/>
                </a:ext>
              </a:extLst>
            </p:cNvPr>
            <p:cNvSpPr>
              <a:spLocks noEditPoints="1"/>
            </p:cNvSpPr>
            <p:nvPr/>
          </p:nvSpPr>
          <p:spPr bwMode="auto">
            <a:xfrm>
              <a:off x="7357762" y="3010528"/>
              <a:ext cx="485773" cy="314473"/>
            </a:xfrm>
            <a:custGeom>
              <a:avLst/>
              <a:gdLst>
                <a:gd name="T0" fmla="*/ 3 w 99"/>
                <a:gd name="T1" fmla="*/ 38 h 64"/>
                <a:gd name="T2" fmla="*/ 45 w 99"/>
                <a:gd name="T3" fmla="*/ 63 h 64"/>
                <a:gd name="T4" fmla="*/ 50 w 99"/>
                <a:gd name="T5" fmla="*/ 64 h 64"/>
                <a:gd name="T6" fmla="*/ 54 w 99"/>
                <a:gd name="T7" fmla="*/ 63 h 64"/>
                <a:gd name="T8" fmla="*/ 96 w 99"/>
                <a:gd name="T9" fmla="*/ 38 h 64"/>
                <a:gd name="T10" fmla="*/ 99 w 99"/>
                <a:gd name="T11" fmla="*/ 32 h 64"/>
                <a:gd name="T12" fmla="*/ 96 w 99"/>
                <a:gd name="T13" fmla="*/ 26 h 64"/>
                <a:gd name="T14" fmla="*/ 54 w 99"/>
                <a:gd name="T15" fmla="*/ 2 h 64"/>
                <a:gd name="T16" fmla="*/ 50 w 99"/>
                <a:gd name="T17" fmla="*/ 0 h 64"/>
                <a:gd name="T18" fmla="*/ 45 w 99"/>
                <a:gd name="T19" fmla="*/ 2 h 64"/>
                <a:gd name="T20" fmla="*/ 3 w 99"/>
                <a:gd name="T21" fmla="*/ 26 h 64"/>
                <a:gd name="T22" fmla="*/ 0 w 99"/>
                <a:gd name="T23" fmla="*/ 32 h 64"/>
                <a:gd name="T24" fmla="*/ 3 w 99"/>
                <a:gd name="T25" fmla="*/ 38 h 64"/>
                <a:gd name="T26" fmla="*/ 3 w 99"/>
                <a:gd name="T27" fmla="*/ 38 h 64"/>
                <a:gd name="T28" fmla="*/ 3 w 99"/>
                <a:gd name="T29" fmla="*/ 38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9" h="64">
                  <a:moveTo>
                    <a:pt x="3" y="38"/>
                  </a:moveTo>
                  <a:cubicBezTo>
                    <a:pt x="12" y="43"/>
                    <a:pt x="34" y="56"/>
                    <a:pt x="45" y="63"/>
                  </a:cubicBezTo>
                  <a:cubicBezTo>
                    <a:pt x="47" y="63"/>
                    <a:pt x="48" y="64"/>
                    <a:pt x="50" y="64"/>
                  </a:cubicBezTo>
                  <a:cubicBezTo>
                    <a:pt x="51" y="64"/>
                    <a:pt x="53" y="63"/>
                    <a:pt x="54" y="63"/>
                  </a:cubicBezTo>
                  <a:cubicBezTo>
                    <a:pt x="65" y="56"/>
                    <a:pt x="87" y="43"/>
                    <a:pt x="96" y="38"/>
                  </a:cubicBezTo>
                  <a:cubicBezTo>
                    <a:pt x="98" y="37"/>
                    <a:pt x="99" y="34"/>
                    <a:pt x="99" y="32"/>
                  </a:cubicBezTo>
                  <a:cubicBezTo>
                    <a:pt x="99" y="30"/>
                    <a:pt x="98" y="28"/>
                    <a:pt x="96" y="26"/>
                  </a:cubicBezTo>
                  <a:cubicBezTo>
                    <a:pt x="89" y="22"/>
                    <a:pt x="66" y="8"/>
                    <a:pt x="54" y="2"/>
                  </a:cubicBezTo>
                  <a:cubicBezTo>
                    <a:pt x="53" y="1"/>
                    <a:pt x="51" y="0"/>
                    <a:pt x="50" y="0"/>
                  </a:cubicBezTo>
                  <a:cubicBezTo>
                    <a:pt x="48" y="0"/>
                    <a:pt x="47" y="1"/>
                    <a:pt x="45" y="2"/>
                  </a:cubicBezTo>
                  <a:cubicBezTo>
                    <a:pt x="45" y="2"/>
                    <a:pt x="14" y="20"/>
                    <a:pt x="3" y="26"/>
                  </a:cubicBezTo>
                  <a:cubicBezTo>
                    <a:pt x="1" y="27"/>
                    <a:pt x="0" y="30"/>
                    <a:pt x="0" y="32"/>
                  </a:cubicBezTo>
                  <a:cubicBezTo>
                    <a:pt x="0" y="34"/>
                    <a:pt x="1" y="37"/>
                    <a:pt x="3" y="38"/>
                  </a:cubicBezTo>
                  <a:close/>
                  <a:moveTo>
                    <a:pt x="3" y="38"/>
                  </a:moveTo>
                  <a:cubicBezTo>
                    <a:pt x="3" y="38"/>
                    <a:pt x="3" y="38"/>
                    <a:pt x="3" y="38"/>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2" name="Freeform 10">
              <a:extLst>
                <a:ext uri="{FF2B5EF4-FFF2-40B4-BE49-F238E27FC236}">
                  <a16:creationId xmlns:a16="http://schemas.microsoft.com/office/drawing/2014/main" id="{D00FA5DB-0EF3-C4FA-D961-65375A8E4E00}"/>
                </a:ext>
              </a:extLst>
            </p:cNvPr>
            <p:cNvSpPr>
              <a:spLocks noEditPoints="1"/>
            </p:cNvSpPr>
            <p:nvPr/>
          </p:nvSpPr>
          <p:spPr bwMode="auto">
            <a:xfrm>
              <a:off x="7357762" y="3225290"/>
              <a:ext cx="485773" cy="186639"/>
            </a:xfrm>
            <a:custGeom>
              <a:avLst/>
              <a:gdLst>
                <a:gd name="T0" fmla="*/ 96 w 99"/>
                <a:gd name="T1" fmla="*/ 0 h 38"/>
                <a:gd name="T2" fmla="*/ 94 w 99"/>
                <a:gd name="T3" fmla="*/ 0 h 38"/>
                <a:gd name="T4" fmla="*/ 56 w 99"/>
                <a:gd name="T5" fmla="*/ 22 h 38"/>
                <a:gd name="T6" fmla="*/ 43 w 99"/>
                <a:gd name="T7" fmla="*/ 22 h 38"/>
                <a:gd name="T8" fmla="*/ 5 w 99"/>
                <a:gd name="T9" fmla="*/ 0 h 38"/>
                <a:gd name="T10" fmla="*/ 3 w 99"/>
                <a:gd name="T11" fmla="*/ 0 h 38"/>
                <a:gd name="T12" fmla="*/ 0 w 99"/>
                <a:gd name="T13" fmla="*/ 6 h 38"/>
                <a:gd name="T14" fmla="*/ 3 w 99"/>
                <a:gd name="T15" fmla="*/ 12 h 38"/>
                <a:gd name="T16" fmla="*/ 45 w 99"/>
                <a:gd name="T17" fmla="*/ 37 h 38"/>
                <a:gd name="T18" fmla="*/ 50 w 99"/>
                <a:gd name="T19" fmla="*/ 38 h 38"/>
                <a:gd name="T20" fmla="*/ 54 w 99"/>
                <a:gd name="T21" fmla="*/ 37 h 38"/>
                <a:gd name="T22" fmla="*/ 96 w 99"/>
                <a:gd name="T23" fmla="*/ 12 h 38"/>
                <a:gd name="T24" fmla="*/ 99 w 99"/>
                <a:gd name="T25" fmla="*/ 6 h 38"/>
                <a:gd name="T26" fmla="*/ 96 w 99"/>
                <a:gd name="T27" fmla="*/ 0 h 38"/>
                <a:gd name="T28" fmla="*/ 96 w 99"/>
                <a:gd name="T29" fmla="*/ 0 h 38"/>
                <a:gd name="T30" fmla="*/ 96 w 99"/>
                <a:gd name="T31"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9" h="38">
                  <a:moveTo>
                    <a:pt x="96" y="0"/>
                  </a:moveTo>
                  <a:cubicBezTo>
                    <a:pt x="95" y="0"/>
                    <a:pt x="94" y="0"/>
                    <a:pt x="94" y="0"/>
                  </a:cubicBezTo>
                  <a:cubicBezTo>
                    <a:pt x="82" y="8"/>
                    <a:pt x="65" y="17"/>
                    <a:pt x="56" y="22"/>
                  </a:cubicBezTo>
                  <a:cubicBezTo>
                    <a:pt x="52" y="25"/>
                    <a:pt x="47" y="25"/>
                    <a:pt x="43" y="22"/>
                  </a:cubicBezTo>
                  <a:cubicBezTo>
                    <a:pt x="34" y="17"/>
                    <a:pt x="18" y="8"/>
                    <a:pt x="5" y="0"/>
                  </a:cubicBezTo>
                  <a:cubicBezTo>
                    <a:pt x="5" y="0"/>
                    <a:pt x="4" y="0"/>
                    <a:pt x="3" y="0"/>
                  </a:cubicBezTo>
                  <a:cubicBezTo>
                    <a:pt x="1" y="2"/>
                    <a:pt x="0" y="4"/>
                    <a:pt x="0" y="6"/>
                  </a:cubicBezTo>
                  <a:cubicBezTo>
                    <a:pt x="0" y="8"/>
                    <a:pt x="1" y="11"/>
                    <a:pt x="3" y="12"/>
                  </a:cubicBezTo>
                  <a:cubicBezTo>
                    <a:pt x="12" y="17"/>
                    <a:pt x="34" y="30"/>
                    <a:pt x="45" y="37"/>
                  </a:cubicBezTo>
                  <a:cubicBezTo>
                    <a:pt x="47" y="37"/>
                    <a:pt x="48" y="38"/>
                    <a:pt x="50" y="38"/>
                  </a:cubicBezTo>
                  <a:cubicBezTo>
                    <a:pt x="51" y="38"/>
                    <a:pt x="53" y="37"/>
                    <a:pt x="54" y="37"/>
                  </a:cubicBezTo>
                  <a:cubicBezTo>
                    <a:pt x="65" y="30"/>
                    <a:pt x="87" y="17"/>
                    <a:pt x="96" y="12"/>
                  </a:cubicBezTo>
                  <a:cubicBezTo>
                    <a:pt x="98" y="11"/>
                    <a:pt x="99" y="8"/>
                    <a:pt x="99" y="6"/>
                  </a:cubicBezTo>
                  <a:cubicBezTo>
                    <a:pt x="99" y="4"/>
                    <a:pt x="98" y="2"/>
                    <a:pt x="96" y="0"/>
                  </a:cubicBezTo>
                  <a:close/>
                  <a:moveTo>
                    <a:pt x="96" y="0"/>
                  </a:moveTo>
                  <a:cubicBezTo>
                    <a:pt x="96" y="0"/>
                    <a:pt x="96" y="0"/>
                    <a:pt x="96" y="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3" name="Freeform 11">
              <a:extLst>
                <a:ext uri="{FF2B5EF4-FFF2-40B4-BE49-F238E27FC236}">
                  <a16:creationId xmlns:a16="http://schemas.microsoft.com/office/drawing/2014/main" id="{9AB33A07-D6AC-A414-F2F9-7363F7AC9E8C}"/>
                </a:ext>
              </a:extLst>
            </p:cNvPr>
            <p:cNvSpPr>
              <a:spLocks noEditPoints="1"/>
            </p:cNvSpPr>
            <p:nvPr/>
          </p:nvSpPr>
          <p:spPr bwMode="auto">
            <a:xfrm>
              <a:off x="7357762" y="3314773"/>
              <a:ext cx="485773" cy="186639"/>
            </a:xfrm>
            <a:custGeom>
              <a:avLst/>
              <a:gdLst>
                <a:gd name="T0" fmla="*/ 96 w 99"/>
                <a:gd name="T1" fmla="*/ 1 h 38"/>
                <a:gd name="T2" fmla="*/ 94 w 99"/>
                <a:gd name="T3" fmla="*/ 0 h 38"/>
                <a:gd name="T4" fmla="*/ 56 w 99"/>
                <a:gd name="T5" fmla="*/ 23 h 38"/>
                <a:gd name="T6" fmla="*/ 43 w 99"/>
                <a:gd name="T7" fmla="*/ 23 h 38"/>
                <a:gd name="T8" fmla="*/ 5 w 99"/>
                <a:gd name="T9" fmla="*/ 0 h 38"/>
                <a:gd name="T10" fmla="*/ 3 w 99"/>
                <a:gd name="T11" fmla="*/ 1 h 38"/>
                <a:gd name="T12" fmla="*/ 0 w 99"/>
                <a:gd name="T13" fmla="*/ 6 h 38"/>
                <a:gd name="T14" fmla="*/ 3 w 99"/>
                <a:gd name="T15" fmla="*/ 12 h 38"/>
                <a:gd name="T16" fmla="*/ 45 w 99"/>
                <a:gd name="T17" fmla="*/ 37 h 38"/>
                <a:gd name="T18" fmla="*/ 50 w 99"/>
                <a:gd name="T19" fmla="*/ 38 h 38"/>
                <a:gd name="T20" fmla="*/ 54 w 99"/>
                <a:gd name="T21" fmla="*/ 37 h 38"/>
                <a:gd name="T22" fmla="*/ 96 w 99"/>
                <a:gd name="T23" fmla="*/ 12 h 38"/>
                <a:gd name="T24" fmla="*/ 99 w 99"/>
                <a:gd name="T25" fmla="*/ 6 h 38"/>
                <a:gd name="T26" fmla="*/ 96 w 99"/>
                <a:gd name="T27" fmla="*/ 1 h 38"/>
                <a:gd name="T28" fmla="*/ 96 w 99"/>
                <a:gd name="T29" fmla="*/ 1 h 38"/>
                <a:gd name="T30" fmla="*/ 96 w 99"/>
                <a:gd name="T31" fmla="*/ 1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9" h="38">
                  <a:moveTo>
                    <a:pt x="96" y="1"/>
                  </a:moveTo>
                  <a:cubicBezTo>
                    <a:pt x="95" y="0"/>
                    <a:pt x="94" y="0"/>
                    <a:pt x="94" y="0"/>
                  </a:cubicBezTo>
                  <a:cubicBezTo>
                    <a:pt x="82" y="8"/>
                    <a:pt x="65" y="17"/>
                    <a:pt x="56" y="23"/>
                  </a:cubicBezTo>
                  <a:cubicBezTo>
                    <a:pt x="52" y="25"/>
                    <a:pt x="47" y="25"/>
                    <a:pt x="43" y="23"/>
                  </a:cubicBezTo>
                  <a:cubicBezTo>
                    <a:pt x="34" y="17"/>
                    <a:pt x="18" y="8"/>
                    <a:pt x="5" y="0"/>
                  </a:cubicBezTo>
                  <a:cubicBezTo>
                    <a:pt x="5" y="0"/>
                    <a:pt x="4" y="0"/>
                    <a:pt x="3" y="1"/>
                  </a:cubicBezTo>
                  <a:cubicBezTo>
                    <a:pt x="1" y="2"/>
                    <a:pt x="0" y="4"/>
                    <a:pt x="0" y="6"/>
                  </a:cubicBezTo>
                  <a:cubicBezTo>
                    <a:pt x="0" y="9"/>
                    <a:pt x="1" y="11"/>
                    <a:pt x="3" y="12"/>
                  </a:cubicBezTo>
                  <a:cubicBezTo>
                    <a:pt x="12" y="17"/>
                    <a:pt x="34" y="30"/>
                    <a:pt x="45" y="37"/>
                  </a:cubicBezTo>
                  <a:cubicBezTo>
                    <a:pt x="47" y="37"/>
                    <a:pt x="48" y="38"/>
                    <a:pt x="50" y="38"/>
                  </a:cubicBezTo>
                  <a:cubicBezTo>
                    <a:pt x="51" y="38"/>
                    <a:pt x="53" y="37"/>
                    <a:pt x="54" y="37"/>
                  </a:cubicBezTo>
                  <a:cubicBezTo>
                    <a:pt x="65" y="30"/>
                    <a:pt x="87" y="17"/>
                    <a:pt x="96" y="12"/>
                  </a:cubicBezTo>
                  <a:cubicBezTo>
                    <a:pt x="98" y="11"/>
                    <a:pt x="99" y="9"/>
                    <a:pt x="99" y="6"/>
                  </a:cubicBezTo>
                  <a:cubicBezTo>
                    <a:pt x="99" y="4"/>
                    <a:pt x="98" y="2"/>
                    <a:pt x="96" y="1"/>
                  </a:cubicBezTo>
                  <a:close/>
                  <a:moveTo>
                    <a:pt x="96" y="1"/>
                  </a:moveTo>
                  <a:cubicBezTo>
                    <a:pt x="96" y="1"/>
                    <a:pt x="96" y="1"/>
                    <a:pt x="96" y="1"/>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grpSp>
        <p:nvGrpSpPr>
          <p:cNvPr id="34" name="Group 29">
            <a:extLst>
              <a:ext uri="{FF2B5EF4-FFF2-40B4-BE49-F238E27FC236}">
                <a16:creationId xmlns:a16="http://schemas.microsoft.com/office/drawing/2014/main" id="{61625B96-8D14-EF3A-A3ED-3E3D6D0A8A00}"/>
              </a:ext>
            </a:extLst>
          </p:cNvPr>
          <p:cNvGrpSpPr/>
          <p:nvPr/>
        </p:nvGrpSpPr>
        <p:grpSpPr>
          <a:xfrm>
            <a:off x="7762512" y="3297664"/>
            <a:ext cx="354355" cy="351572"/>
            <a:chOff x="10143925" y="3003845"/>
            <a:chExt cx="464040" cy="504265"/>
          </a:xfrm>
        </p:grpSpPr>
        <p:sp>
          <p:nvSpPr>
            <p:cNvPr id="35" name="Freeform 5">
              <a:extLst>
                <a:ext uri="{FF2B5EF4-FFF2-40B4-BE49-F238E27FC236}">
                  <a16:creationId xmlns:a16="http://schemas.microsoft.com/office/drawing/2014/main" id="{6E733692-635F-E706-94FD-0426CBF9544E}"/>
                </a:ext>
              </a:extLst>
            </p:cNvPr>
            <p:cNvSpPr>
              <a:spLocks noEditPoints="1"/>
            </p:cNvSpPr>
            <p:nvPr/>
          </p:nvSpPr>
          <p:spPr bwMode="auto">
            <a:xfrm>
              <a:off x="10143925" y="3044059"/>
              <a:ext cx="464040" cy="361948"/>
            </a:xfrm>
            <a:custGeom>
              <a:avLst/>
              <a:gdLst>
                <a:gd name="T0" fmla="*/ 72 w 78"/>
                <a:gd name="T1" fmla="*/ 7 h 61"/>
                <a:gd name="T2" fmla="*/ 69 w 78"/>
                <a:gd name="T3" fmla="*/ 7 h 61"/>
                <a:gd name="T4" fmla="*/ 68 w 78"/>
                <a:gd name="T5" fmla="*/ 8 h 61"/>
                <a:gd name="T6" fmla="*/ 67 w 78"/>
                <a:gd name="T7" fmla="*/ 9 h 61"/>
                <a:gd name="T8" fmla="*/ 68 w 78"/>
                <a:gd name="T9" fmla="*/ 13 h 61"/>
                <a:gd name="T10" fmla="*/ 44 w 78"/>
                <a:gd name="T11" fmla="*/ 36 h 61"/>
                <a:gd name="T12" fmla="*/ 21 w 78"/>
                <a:gd name="T13" fmla="*/ 13 h 61"/>
                <a:gd name="T14" fmla="*/ 22 w 78"/>
                <a:gd name="T15" fmla="*/ 9 h 61"/>
                <a:gd name="T16" fmla="*/ 21 w 78"/>
                <a:gd name="T17" fmla="*/ 8 h 61"/>
                <a:gd name="T18" fmla="*/ 20 w 78"/>
                <a:gd name="T19" fmla="*/ 7 h 61"/>
                <a:gd name="T20" fmla="*/ 16 w 78"/>
                <a:gd name="T21" fmla="*/ 7 h 61"/>
                <a:gd name="T22" fmla="*/ 14 w 78"/>
                <a:gd name="T23" fmla="*/ 3 h 61"/>
                <a:gd name="T24" fmla="*/ 11 w 78"/>
                <a:gd name="T25" fmla="*/ 0 h 61"/>
                <a:gd name="T26" fmla="*/ 2 w 78"/>
                <a:gd name="T27" fmla="*/ 0 h 61"/>
                <a:gd name="T28" fmla="*/ 0 w 78"/>
                <a:gd name="T29" fmla="*/ 2 h 61"/>
                <a:gd name="T30" fmla="*/ 0 w 78"/>
                <a:gd name="T31" fmla="*/ 5 h 61"/>
                <a:gd name="T32" fmla="*/ 2 w 78"/>
                <a:gd name="T33" fmla="*/ 7 h 61"/>
                <a:gd name="T34" fmla="*/ 8 w 78"/>
                <a:gd name="T35" fmla="*/ 7 h 61"/>
                <a:gd name="T36" fmla="*/ 20 w 78"/>
                <a:gd name="T37" fmla="*/ 43 h 61"/>
                <a:gd name="T38" fmla="*/ 14 w 78"/>
                <a:gd name="T39" fmla="*/ 48 h 61"/>
                <a:gd name="T40" fmla="*/ 13 w 78"/>
                <a:gd name="T41" fmla="*/ 56 h 61"/>
                <a:gd name="T42" fmla="*/ 19 w 78"/>
                <a:gd name="T43" fmla="*/ 61 h 61"/>
                <a:gd name="T44" fmla="*/ 69 w 78"/>
                <a:gd name="T45" fmla="*/ 61 h 61"/>
                <a:gd name="T46" fmla="*/ 71 w 78"/>
                <a:gd name="T47" fmla="*/ 59 h 61"/>
                <a:gd name="T48" fmla="*/ 71 w 78"/>
                <a:gd name="T49" fmla="*/ 55 h 61"/>
                <a:gd name="T50" fmla="*/ 69 w 78"/>
                <a:gd name="T51" fmla="*/ 53 h 61"/>
                <a:gd name="T52" fmla="*/ 19 w 78"/>
                <a:gd name="T53" fmla="*/ 53 h 61"/>
                <a:gd name="T54" fmla="*/ 26 w 78"/>
                <a:gd name="T55" fmla="*/ 46 h 61"/>
                <a:gd name="T56" fmla="*/ 59 w 78"/>
                <a:gd name="T57" fmla="*/ 46 h 61"/>
                <a:gd name="T58" fmla="*/ 65 w 78"/>
                <a:gd name="T59" fmla="*/ 42 h 61"/>
                <a:gd name="T60" fmla="*/ 78 w 78"/>
                <a:gd name="T61" fmla="*/ 16 h 61"/>
                <a:gd name="T62" fmla="*/ 78 w 78"/>
                <a:gd name="T63" fmla="*/ 13 h 61"/>
                <a:gd name="T64" fmla="*/ 78 w 78"/>
                <a:gd name="T65" fmla="*/ 13 h 61"/>
                <a:gd name="T66" fmla="*/ 72 w 78"/>
                <a:gd name="T67" fmla="*/ 7 h 61"/>
                <a:gd name="T68" fmla="*/ 72 w 78"/>
                <a:gd name="T69" fmla="*/ 7 h 61"/>
                <a:gd name="T70" fmla="*/ 72 w 78"/>
                <a:gd name="T71" fmla="*/ 7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78" h="61">
                  <a:moveTo>
                    <a:pt x="72" y="7"/>
                  </a:moveTo>
                  <a:cubicBezTo>
                    <a:pt x="69" y="7"/>
                    <a:pt x="69" y="7"/>
                    <a:pt x="69" y="7"/>
                  </a:cubicBezTo>
                  <a:cubicBezTo>
                    <a:pt x="69" y="7"/>
                    <a:pt x="68" y="7"/>
                    <a:pt x="68" y="8"/>
                  </a:cubicBezTo>
                  <a:cubicBezTo>
                    <a:pt x="67" y="8"/>
                    <a:pt x="67" y="9"/>
                    <a:pt x="67" y="9"/>
                  </a:cubicBezTo>
                  <a:cubicBezTo>
                    <a:pt x="67" y="11"/>
                    <a:pt x="68" y="12"/>
                    <a:pt x="68" y="13"/>
                  </a:cubicBezTo>
                  <a:cubicBezTo>
                    <a:pt x="68" y="25"/>
                    <a:pt x="57" y="36"/>
                    <a:pt x="44" y="36"/>
                  </a:cubicBezTo>
                  <a:cubicBezTo>
                    <a:pt x="32" y="36"/>
                    <a:pt x="21" y="25"/>
                    <a:pt x="21" y="13"/>
                  </a:cubicBezTo>
                  <a:cubicBezTo>
                    <a:pt x="21" y="12"/>
                    <a:pt x="21" y="11"/>
                    <a:pt x="22" y="9"/>
                  </a:cubicBezTo>
                  <a:cubicBezTo>
                    <a:pt x="22" y="9"/>
                    <a:pt x="22" y="8"/>
                    <a:pt x="21" y="8"/>
                  </a:cubicBezTo>
                  <a:cubicBezTo>
                    <a:pt x="21" y="7"/>
                    <a:pt x="20" y="7"/>
                    <a:pt x="20" y="7"/>
                  </a:cubicBezTo>
                  <a:cubicBezTo>
                    <a:pt x="16" y="7"/>
                    <a:pt x="16" y="7"/>
                    <a:pt x="16" y="7"/>
                  </a:cubicBezTo>
                  <a:cubicBezTo>
                    <a:pt x="14" y="3"/>
                    <a:pt x="14" y="3"/>
                    <a:pt x="14" y="3"/>
                  </a:cubicBezTo>
                  <a:cubicBezTo>
                    <a:pt x="14" y="1"/>
                    <a:pt x="13" y="0"/>
                    <a:pt x="11" y="0"/>
                  </a:cubicBezTo>
                  <a:cubicBezTo>
                    <a:pt x="2" y="0"/>
                    <a:pt x="2" y="0"/>
                    <a:pt x="2" y="0"/>
                  </a:cubicBezTo>
                  <a:cubicBezTo>
                    <a:pt x="1" y="0"/>
                    <a:pt x="0" y="1"/>
                    <a:pt x="0" y="2"/>
                  </a:cubicBezTo>
                  <a:cubicBezTo>
                    <a:pt x="0" y="5"/>
                    <a:pt x="0" y="5"/>
                    <a:pt x="0" y="5"/>
                  </a:cubicBezTo>
                  <a:cubicBezTo>
                    <a:pt x="0" y="6"/>
                    <a:pt x="1" y="7"/>
                    <a:pt x="2" y="7"/>
                  </a:cubicBezTo>
                  <a:cubicBezTo>
                    <a:pt x="8" y="7"/>
                    <a:pt x="8" y="7"/>
                    <a:pt x="8" y="7"/>
                  </a:cubicBezTo>
                  <a:cubicBezTo>
                    <a:pt x="20" y="43"/>
                    <a:pt x="20" y="43"/>
                    <a:pt x="20" y="43"/>
                  </a:cubicBezTo>
                  <a:cubicBezTo>
                    <a:pt x="14" y="48"/>
                    <a:pt x="14" y="48"/>
                    <a:pt x="14" y="48"/>
                  </a:cubicBezTo>
                  <a:cubicBezTo>
                    <a:pt x="12" y="50"/>
                    <a:pt x="12" y="53"/>
                    <a:pt x="13" y="56"/>
                  </a:cubicBezTo>
                  <a:cubicBezTo>
                    <a:pt x="14" y="59"/>
                    <a:pt x="16" y="61"/>
                    <a:pt x="19" y="61"/>
                  </a:cubicBezTo>
                  <a:cubicBezTo>
                    <a:pt x="69" y="61"/>
                    <a:pt x="69" y="61"/>
                    <a:pt x="69" y="61"/>
                  </a:cubicBezTo>
                  <a:cubicBezTo>
                    <a:pt x="70" y="61"/>
                    <a:pt x="71" y="60"/>
                    <a:pt x="71" y="59"/>
                  </a:cubicBezTo>
                  <a:cubicBezTo>
                    <a:pt x="71" y="55"/>
                    <a:pt x="71" y="55"/>
                    <a:pt x="71" y="55"/>
                  </a:cubicBezTo>
                  <a:cubicBezTo>
                    <a:pt x="71" y="54"/>
                    <a:pt x="70" y="53"/>
                    <a:pt x="69" y="53"/>
                  </a:cubicBezTo>
                  <a:cubicBezTo>
                    <a:pt x="19" y="53"/>
                    <a:pt x="19" y="53"/>
                    <a:pt x="19" y="53"/>
                  </a:cubicBezTo>
                  <a:cubicBezTo>
                    <a:pt x="26" y="46"/>
                    <a:pt x="26" y="46"/>
                    <a:pt x="26" y="46"/>
                  </a:cubicBezTo>
                  <a:cubicBezTo>
                    <a:pt x="59" y="46"/>
                    <a:pt x="59" y="46"/>
                    <a:pt x="59" y="46"/>
                  </a:cubicBezTo>
                  <a:cubicBezTo>
                    <a:pt x="62" y="46"/>
                    <a:pt x="64" y="45"/>
                    <a:pt x="65" y="42"/>
                  </a:cubicBezTo>
                  <a:cubicBezTo>
                    <a:pt x="78" y="16"/>
                    <a:pt x="78" y="16"/>
                    <a:pt x="78" y="16"/>
                  </a:cubicBezTo>
                  <a:cubicBezTo>
                    <a:pt x="78" y="15"/>
                    <a:pt x="78" y="14"/>
                    <a:pt x="78" y="13"/>
                  </a:cubicBezTo>
                  <a:cubicBezTo>
                    <a:pt x="78" y="13"/>
                    <a:pt x="78" y="13"/>
                    <a:pt x="78" y="13"/>
                  </a:cubicBezTo>
                  <a:cubicBezTo>
                    <a:pt x="78" y="10"/>
                    <a:pt x="76" y="7"/>
                    <a:pt x="72" y="7"/>
                  </a:cubicBezTo>
                  <a:close/>
                  <a:moveTo>
                    <a:pt x="72" y="7"/>
                  </a:moveTo>
                  <a:cubicBezTo>
                    <a:pt x="72" y="7"/>
                    <a:pt x="72" y="7"/>
                    <a:pt x="72" y="7"/>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6" name="Freeform 6">
              <a:extLst>
                <a:ext uri="{FF2B5EF4-FFF2-40B4-BE49-F238E27FC236}">
                  <a16:creationId xmlns:a16="http://schemas.microsoft.com/office/drawing/2014/main" id="{30161A17-EA47-0A9B-F052-C262EAF12868}"/>
                </a:ext>
              </a:extLst>
            </p:cNvPr>
            <p:cNvSpPr>
              <a:spLocks noEditPoints="1"/>
            </p:cNvSpPr>
            <p:nvPr/>
          </p:nvSpPr>
          <p:spPr bwMode="auto">
            <a:xfrm>
              <a:off x="10292418" y="3003845"/>
              <a:ext cx="232021" cy="232020"/>
            </a:xfrm>
            <a:custGeom>
              <a:avLst/>
              <a:gdLst>
                <a:gd name="T0" fmla="*/ 19 w 39"/>
                <a:gd name="T1" fmla="*/ 39 h 39"/>
                <a:gd name="T2" fmla="*/ 39 w 39"/>
                <a:gd name="T3" fmla="*/ 20 h 39"/>
                <a:gd name="T4" fmla="*/ 19 w 39"/>
                <a:gd name="T5" fmla="*/ 0 h 39"/>
                <a:gd name="T6" fmla="*/ 0 w 39"/>
                <a:gd name="T7" fmla="*/ 20 h 39"/>
                <a:gd name="T8" fmla="*/ 19 w 39"/>
                <a:gd name="T9" fmla="*/ 39 h 39"/>
                <a:gd name="T10" fmla="*/ 12 w 39"/>
                <a:gd name="T11" fmla="*/ 18 h 39"/>
                <a:gd name="T12" fmla="*/ 18 w 39"/>
                <a:gd name="T13" fmla="*/ 18 h 39"/>
                <a:gd name="T14" fmla="*/ 18 w 39"/>
                <a:gd name="T15" fmla="*/ 12 h 39"/>
                <a:gd name="T16" fmla="*/ 19 w 39"/>
                <a:gd name="T17" fmla="*/ 11 h 39"/>
                <a:gd name="T18" fmla="*/ 21 w 39"/>
                <a:gd name="T19" fmla="*/ 12 h 39"/>
                <a:gd name="T20" fmla="*/ 21 w 39"/>
                <a:gd name="T21" fmla="*/ 18 h 39"/>
                <a:gd name="T22" fmla="*/ 27 w 39"/>
                <a:gd name="T23" fmla="*/ 18 h 39"/>
                <a:gd name="T24" fmla="*/ 28 w 39"/>
                <a:gd name="T25" fmla="*/ 20 h 39"/>
                <a:gd name="T26" fmla="*/ 27 w 39"/>
                <a:gd name="T27" fmla="*/ 21 h 39"/>
                <a:gd name="T28" fmla="*/ 21 w 39"/>
                <a:gd name="T29" fmla="*/ 21 h 39"/>
                <a:gd name="T30" fmla="*/ 21 w 39"/>
                <a:gd name="T31" fmla="*/ 27 h 39"/>
                <a:gd name="T32" fmla="*/ 19 w 39"/>
                <a:gd name="T33" fmla="*/ 28 h 39"/>
                <a:gd name="T34" fmla="*/ 18 w 39"/>
                <a:gd name="T35" fmla="*/ 27 h 39"/>
                <a:gd name="T36" fmla="*/ 18 w 39"/>
                <a:gd name="T37" fmla="*/ 21 h 39"/>
                <a:gd name="T38" fmla="*/ 12 w 39"/>
                <a:gd name="T39" fmla="*/ 21 h 39"/>
                <a:gd name="T40" fmla="*/ 11 w 39"/>
                <a:gd name="T41" fmla="*/ 20 h 39"/>
                <a:gd name="T42" fmla="*/ 12 w 39"/>
                <a:gd name="T43" fmla="*/ 18 h 39"/>
                <a:gd name="T44" fmla="*/ 12 w 39"/>
                <a:gd name="T45" fmla="*/ 18 h 39"/>
                <a:gd name="T46" fmla="*/ 12 w 39"/>
                <a:gd name="T47" fmla="*/ 18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39">
                  <a:moveTo>
                    <a:pt x="19" y="39"/>
                  </a:moveTo>
                  <a:cubicBezTo>
                    <a:pt x="30" y="39"/>
                    <a:pt x="39" y="30"/>
                    <a:pt x="39" y="20"/>
                  </a:cubicBezTo>
                  <a:cubicBezTo>
                    <a:pt x="39" y="9"/>
                    <a:pt x="30" y="0"/>
                    <a:pt x="19" y="0"/>
                  </a:cubicBezTo>
                  <a:cubicBezTo>
                    <a:pt x="9" y="0"/>
                    <a:pt x="0" y="9"/>
                    <a:pt x="0" y="20"/>
                  </a:cubicBezTo>
                  <a:cubicBezTo>
                    <a:pt x="0" y="30"/>
                    <a:pt x="9" y="39"/>
                    <a:pt x="19" y="39"/>
                  </a:cubicBezTo>
                  <a:close/>
                  <a:moveTo>
                    <a:pt x="12" y="18"/>
                  </a:moveTo>
                  <a:cubicBezTo>
                    <a:pt x="18" y="18"/>
                    <a:pt x="18" y="18"/>
                    <a:pt x="18" y="18"/>
                  </a:cubicBezTo>
                  <a:cubicBezTo>
                    <a:pt x="18" y="12"/>
                    <a:pt x="18" y="12"/>
                    <a:pt x="18" y="12"/>
                  </a:cubicBezTo>
                  <a:cubicBezTo>
                    <a:pt x="18" y="12"/>
                    <a:pt x="18" y="11"/>
                    <a:pt x="19" y="11"/>
                  </a:cubicBezTo>
                  <a:cubicBezTo>
                    <a:pt x="20" y="11"/>
                    <a:pt x="21" y="12"/>
                    <a:pt x="21" y="12"/>
                  </a:cubicBezTo>
                  <a:cubicBezTo>
                    <a:pt x="21" y="18"/>
                    <a:pt x="21" y="18"/>
                    <a:pt x="21" y="18"/>
                  </a:cubicBezTo>
                  <a:cubicBezTo>
                    <a:pt x="27" y="18"/>
                    <a:pt x="27" y="18"/>
                    <a:pt x="27" y="18"/>
                  </a:cubicBezTo>
                  <a:cubicBezTo>
                    <a:pt x="28" y="18"/>
                    <a:pt x="28" y="19"/>
                    <a:pt x="28" y="20"/>
                  </a:cubicBezTo>
                  <a:cubicBezTo>
                    <a:pt x="28" y="21"/>
                    <a:pt x="28" y="21"/>
                    <a:pt x="27" y="21"/>
                  </a:cubicBezTo>
                  <a:cubicBezTo>
                    <a:pt x="21" y="21"/>
                    <a:pt x="21" y="21"/>
                    <a:pt x="21" y="21"/>
                  </a:cubicBezTo>
                  <a:cubicBezTo>
                    <a:pt x="21" y="27"/>
                    <a:pt x="21" y="27"/>
                    <a:pt x="21" y="27"/>
                  </a:cubicBezTo>
                  <a:cubicBezTo>
                    <a:pt x="21" y="28"/>
                    <a:pt x="20" y="28"/>
                    <a:pt x="19" y="28"/>
                  </a:cubicBezTo>
                  <a:cubicBezTo>
                    <a:pt x="18" y="28"/>
                    <a:pt x="18" y="28"/>
                    <a:pt x="18" y="27"/>
                  </a:cubicBezTo>
                  <a:cubicBezTo>
                    <a:pt x="18" y="21"/>
                    <a:pt x="18" y="21"/>
                    <a:pt x="18" y="21"/>
                  </a:cubicBezTo>
                  <a:cubicBezTo>
                    <a:pt x="12" y="21"/>
                    <a:pt x="12" y="21"/>
                    <a:pt x="12" y="21"/>
                  </a:cubicBezTo>
                  <a:cubicBezTo>
                    <a:pt x="11" y="21"/>
                    <a:pt x="11" y="21"/>
                    <a:pt x="11" y="20"/>
                  </a:cubicBezTo>
                  <a:cubicBezTo>
                    <a:pt x="11" y="19"/>
                    <a:pt x="11" y="18"/>
                    <a:pt x="12" y="18"/>
                  </a:cubicBezTo>
                  <a:close/>
                  <a:moveTo>
                    <a:pt x="12" y="18"/>
                  </a:moveTo>
                  <a:cubicBezTo>
                    <a:pt x="12" y="18"/>
                    <a:pt x="12" y="18"/>
                    <a:pt x="12" y="18"/>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7" name="Freeform 7">
              <a:extLst>
                <a:ext uri="{FF2B5EF4-FFF2-40B4-BE49-F238E27FC236}">
                  <a16:creationId xmlns:a16="http://schemas.microsoft.com/office/drawing/2014/main" id="{2EC44D16-959E-215C-400C-45791260A95A}"/>
                </a:ext>
              </a:extLst>
            </p:cNvPr>
            <p:cNvSpPr>
              <a:spLocks noEditPoints="1"/>
            </p:cNvSpPr>
            <p:nvPr/>
          </p:nvSpPr>
          <p:spPr bwMode="auto">
            <a:xfrm>
              <a:off x="10227467" y="3424555"/>
              <a:ext cx="83528" cy="83528"/>
            </a:xfrm>
            <a:custGeom>
              <a:avLst/>
              <a:gdLst>
                <a:gd name="T0" fmla="*/ 14 w 14"/>
                <a:gd name="T1" fmla="*/ 7 h 14"/>
                <a:gd name="T2" fmla="*/ 7 w 14"/>
                <a:gd name="T3" fmla="*/ 14 h 14"/>
                <a:gd name="T4" fmla="*/ 0 w 14"/>
                <a:gd name="T5" fmla="*/ 7 h 14"/>
                <a:gd name="T6" fmla="*/ 7 w 14"/>
                <a:gd name="T7" fmla="*/ 0 h 14"/>
                <a:gd name="T8" fmla="*/ 14 w 14"/>
                <a:gd name="T9" fmla="*/ 7 h 14"/>
                <a:gd name="T10" fmla="*/ 14 w 14"/>
                <a:gd name="T11" fmla="*/ 7 h 14"/>
                <a:gd name="T12" fmla="*/ 14 w 14"/>
                <a:gd name="T13" fmla="*/ 7 h 14"/>
              </a:gdLst>
              <a:ahLst/>
              <a:cxnLst>
                <a:cxn ang="0">
                  <a:pos x="T0" y="T1"/>
                </a:cxn>
                <a:cxn ang="0">
                  <a:pos x="T2" y="T3"/>
                </a:cxn>
                <a:cxn ang="0">
                  <a:pos x="T4" y="T5"/>
                </a:cxn>
                <a:cxn ang="0">
                  <a:pos x="T6" y="T7"/>
                </a:cxn>
                <a:cxn ang="0">
                  <a:pos x="T8" y="T9"/>
                </a:cxn>
                <a:cxn ang="0">
                  <a:pos x="T10" y="T11"/>
                </a:cxn>
                <a:cxn ang="0">
                  <a:pos x="T12" y="T13"/>
                </a:cxn>
              </a:cxnLst>
              <a:rect l="0" t="0" r="r" b="b"/>
              <a:pathLst>
                <a:path w="14" h="14">
                  <a:moveTo>
                    <a:pt x="14" y="7"/>
                  </a:moveTo>
                  <a:cubicBezTo>
                    <a:pt x="14" y="11"/>
                    <a:pt x="11" y="14"/>
                    <a:pt x="7" y="14"/>
                  </a:cubicBezTo>
                  <a:cubicBezTo>
                    <a:pt x="3" y="14"/>
                    <a:pt x="0" y="11"/>
                    <a:pt x="0" y="7"/>
                  </a:cubicBezTo>
                  <a:cubicBezTo>
                    <a:pt x="0" y="3"/>
                    <a:pt x="3" y="0"/>
                    <a:pt x="7" y="0"/>
                  </a:cubicBezTo>
                  <a:cubicBezTo>
                    <a:pt x="11" y="0"/>
                    <a:pt x="14" y="3"/>
                    <a:pt x="14" y="7"/>
                  </a:cubicBezTo>
                  <a:close/>
                  <a:moveTo>
                    <a:pt x="14" y="7"/>
                  </a:moveTo>
                  <a:cubicBezTo>
                    <a:pt x="14" y="7"/>
                    <a:pt x="14" y="7"/>
                    <a:pt x="14" y="7"/>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38" name="Freeform 8">
              <a:extLst>
                <a:ext uri="{FF2B5EF4-FFF2-40B4-BE49-F238E27FC236}">
                  <a16:creationId xmlns:a16="http://schemas.microsoft.com/office/drawing/2014/main" id="{2858984B-5046-D69E-BD11-7388A7D2F3B5}"/>
                </a:ext>
              </a:extLst>
            </p:cNvPr>
            <p:cNvSpPr>
              <a:spLocks noEditPoints="1"/>
            </p:cNvSpPr>
            <p:nvPr/>
          </p:nvSpPr>
          <p:spPr bwMode="auto">
            <a:xfrm>
              <a:off x="10481144" y="3424582"/>
              <a:ext cx="83528" cy="83528"/>
            </a:xfrm>
            <a:custGeom>
              <a:avLst/>
              <a:gdLst>
                <a:gd name="T0" fmla="*/ 14 w 14"/>
                <a:gd name="T1" fmla="*/ 7 h 14"/>
                <a:gd name="T2" fmla="*/ 7 w 14"/>
                <a:gd name="T3" fmla="*/ 14 h 14"/>
                <a:gd name="T4" fmla="*/ 0 w 14"/>
                <a:gd name="T5" fmla="*/ 7 h 14"/>
                <a:gd name="T6" fmla="*/ 7 w 14"/>
                <a:gd name="T7" fmla="*/ 0 h 14"/>
                <a:gd name="T8" fmla="*/ 14 w 14"/>
                <a:gd name="T9" fmla="*/ 7 h 14"/>
                <a:gd name="T10" fmla="*/ 14 w 14"/>
                <a:gd name="T11" fmla="*/ 7 h 14"/>
                <a:gd name="T12" fmla="*/ 14 w 14"/>
                <a:gd name="T13" fmla="*/ 7 h 14"/>
              </a:gdLst>
              <a:ahLst/>
              <a:cxnLst>
                <a:cxn ang="0">
                  <a:pos x="T0" y="T1"/>
                </a:cxn>
                <a:cxn ang="0">
                  <a:pos x="T2" y="T3"/>
                </a:cxn>
                <a:cxn ang="0">
                  <a:pos x="T4" y="T5"/>
                </a:cxn>
                <a:cxn ang="0">
                  <a:pos x="T6" y="T7"/>
                </a:cxn>
                <a:cxn ang="0">
                  <a:pos x="T8" y="T9"/>
                </a:cxn>
                <a:cxn ang="0">
                  <a:pos x="T10" y="T11"/>
                </a:cxn>
                <a:cxn ang="0">
                  <a:pos x="T12" y="T13"/>
                </a:cxn>
              </a:cxnLst>
              <a:rect l="0" t="0" r="r" b="b"/>
              <a:pathLst>
                <a:path w="14" h="14">
                  <a:moveTo>
                    <a:pt x="14" y="7"/>
                  </a:moveTo>
                  <a:cubicBezTo>
                    <a:pt x="14" y="11"/>
                    <a:pt x="11" y="14"/>
                    <a:pt x="7" y="14"/>
                  </a:cubicBezTo>
                  <a:cubicBezTo>
                    <a:pt x="3" y="14"/>
                    <a:pt x="0" y="11"/>
                    <a:pt x="0" y="7"/>
                  </a:cubicBezTo>
                  <a:cubicBezTo>
                    <a:pt x="0" y="3"/>
                    <a:pt x="3" y="0"/>
                    <a:pt x="7" y="0"/>
                  </a:cubicBezTo>
                  <a:cubicBezTo>
                    <a:pt x="11" y="0"/>
                    <a:pt x="14" y="3"/>
                    <a:pt x="14" y="7"/>
                  </a:cubicBezTo>
                  <a:close/>
                  <a:moveTo>
                    <a:pt x="14" y="7"/>
                  </a:moveTo>
                  <a:cubicBezTo>
                    <a:pt x="14" y="7"/>
                    <a:pt x="14" y="7"/>
                    <a:pt x="14" y="7"/>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67" name="对话气泡: 圆角矩形 134">
            <a:extLst>
              <a:ext uri="{FF2B5EF4-FFF2-40B4-BE49-F238E27FC236}">
                <a16:creationId xmlns:a16="http://schemas.microsoft.com/office/drawing/2014/main" id="{55F11CAE-97C0-D998-3113-4F2B87AD3282}"/>
              </a:ext>
            </a:extLst>
          </p:cNvPr>
          <p:cNvSpPr/>
          <p:nvPr/>
        </p:nvSpPr>
        <p:spPr>
          <a:xfrm>
            <a:off x="317779" y="4280828"/>
            <a:ext cx="3006618" cy="1130387"/>
          </a:xfrm>
          <a:prstGeom prst="wedgeRoundRectCallout">
            <a:avLst>
              <a:gd name="adj1" fmla="val 72168"/>
              <a:gd name="adj2" fmla="val -103729"/>
              <a:gd name="adj3" fmla="val 16667"/>
            </a:avLst>
          </a:prstGeom>
          <a:solidFill>
            <a:schemeClr val="bg1"/>
          </a:solidFill>
          <a:ln w="254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zh-CN" dirty="0"/>
          </a:p>
        </p:txBody>
      </p:sp>
      <p:sp>
        <p:nvSpPr>
          <p:cNvPr id="68" name="文本框 133">
            <a:extLst>
              <a:ext uri="{FF2B5EF4-FFF2-40B4-BE49-F238E27FC236}">
                <a16:creationId xmlns:a16="http://schemas.microsoft.com/office/drawing/2014/main" id="{6851EDB8-D79F-B0FB-679A-D561E756FB50}"/>
              </a:ext>
            </a:extLst>
          </p:cNvPr>
          <p:cNvSpPr txBox="1"/>
          <p:nvPr/>
        </p:nvSpPr>
        <p:spPr>
          <a:xfrm>
            <a:off x="403897" y="4433541"/>
            <a:ext cx="2824387" cy="706347"/>
          </a:xfrm>
          <a:prstGeom prst="rect">
            <a:avLst/>
          </a:prstGeom>
          <a:noFill/>
        </p:spPr>
        <p:txBody>
          <a:bodyPr wrap="square" rtlCol="0">
            <a:spAutoFit/>
          </a:bodyPr>
          <a:lstStyle/>
          <a:p>
            <a:pPr>
              <a:lnSpc>
                <a:spcPct val="95000"/>
              </a:lnSpc>
            </a:pPr>
            <a:r>
              <a:rPr lang="en-US" sz="1400" dirty="0">
                <a:ea typeface="Roboto" panose="02000000000000000000" pitchFamily="2" charset="0"/>
              </a:rPr>
              <a:t>Must have a way to determine whether the project is having the desired impact</a:t>
            </a:r>
            <a:endParaRPr lang="en-US" altLang="zh-CN" sz="1400" dirty="0">
              <a:solidFill>
                <a:schemeClr val="bg2">
                  <a:lumMod val="50000"/>
                </a:schemeClr>
              </a:solidFill>
              <a:latin typeface="微软雅黑" panose="020B0503020204020204" pitchFamily="34" charset="-122"/>
              <a:ea typeface="微软雅黑" panose="020B0503020204020204" pitchFamily="34" charset="-122"/>
            </a:endParaRPr>
          </a:p>
        </p:txBody>
      </p:sp>
      <p:sp>
        <p:nvSpPr>
          <p:cNvPr id="69" name="文本框 145">
            <a:extLst>
              <a:ext uri="{FF2B5EF4-FFF2-40B4-BE49-F238E27FC236}">
                <a16:creationId xmlns:a16="http://schemas.microsoft.com/office/drawing/2014/main" id="{789024C4-F40D-44A1-A04B-CDF7E1D4AE7B}"/>
              </a:ext>
            </a:extLst>
          </p:cNvPr>
          <p:cNvSpPr txBox="1"/>
          <p:nvPr>
            <p:custDataLst>
              <p:tags r:id="rId1"/>
            </p:custDataLst>
          </p:nvPr>
        </p:nvSpPr>
        <p:spPr>
          <a:xfrm>
            <a:off x="8873234" y="3047504"/>
            <a:ext cx="1431435" cy="830997"/>
          </a:xfrm>
          <a:prstGeom prst="rect">
            <a:avLst/>
          </a:prstGeom>
          <a:noFill/>
        </p:spPr>
        <p:txBody>
          <a:bodyPr wrap="square" rtlCol="0" anchor="t">
            <a:spAutoFit/>
          </a:bodyPr>
          <a:lstStyle/>
          <a:p>
            <a:pPr algn="ctr"/>
            <a:r>
              <a:rPr lang="en-US" altLang="zh-CN" sz="1600" b="1" dirty="0">
                <a:ea typeface="微软雅黑" panose="020B0503020204020204" pitchFamily="34" charset="-122"/>
              </a:rPr>
              <a:t>Achieve desired business goals</a:t>
            </a:r>
          </a:p>
        </p:txBody>
      </p:sp>
      <p:sp>
        <p:nvSpPr>
          <p:cNvPr id="70" name="对话气泡: 圆角矩形 147">
            <a:extLst>
              <a:ext uri="{FF2B5EF4-FFF2-40B4-BE49-F238E27FC236}">
                <a16:creationId xmlns:a16="http://schemas.microsoft.com/office/drawing/2014/main" id="{54F8E538-A81D-A27A-4AF9-AD4C56BE0F93}"/>
              </a:ext>
            </a:extLst>
          </p:cNvPr>
          <p:cNvSpPr/>
          <p:nvPr/>
        </p:nvSpPr>
        <p:spPr>
          <a:xfrm>
            <a:off x="7732461" y="1566128"/>
            <a:ext cx="3006618" cy="1130387"/>
          </a:xfrm>
          <a:prstGeom prst="wedgeRoundRectCallout">
            <a:avLst>
              <a:gd name="adj1" fmla="val -100747"/>
              <a:gd name="adj2" fmla="val 93213"/>
              <a:gd name="adj3" fmla="val 16667"/>
            </a:avLst>
          </a:prstGeom>
          <a:solidFill>
            <a:schemeClr val="bg1"/>
          </a:solidFill>
          <a:ln w="254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zh-CN" dirty="0"/>
          </a:p>
        </p:txBody>
      </p:sp>
      <p:sp>
        <p:nvSpPr>
          <p:cNvPr id="71" name="文本框 148">
            <a:extLst>
              <a:ext uri="{FF2B5EF4-FFF2-40B4-BE49-F238E27FC236}">
                <a16:creationId xmlns:a16="http://schemas.microsoft.com/office/drawing/2014/main" id="{7823F096-CFF3-C27F-D1D9-E50289B9DE41}"/>
              </a:ext>
            </a:extLst>
          </p:cNvPr>
          <p:cNvSpPr txBox="1"/>
          <p:nvPr/>
        </p:nvSpPr>
        <p:spPr>
          <a:xfrm>
            <a:off x="7818580" y="1748658"/>
            <a:ext cx="2824387" cy="706347"/>
          </a:xfrm>
          <a:prstGeom prst="rect">
            <a:avLst/>
          </a:prstGeom>
          <a:noFill/>
        </p:spPr>
        <p:txBody>
          <a:bodyPr wrap="square" rtlCol="0">
            <a:spAutoFit/>
          </a:bodyPr>
          <a:lstStyle/>
          <a:p>
            <a:pPr>
              <a:lnSpc>
                <a:spcPct val="95000"/>
              </a:lnSpc>
            </a:pPr>
            <a:r>
              <a:rPr lang="en-US" altLang="zh-CN" sz="1400" dirty="0">
                <a:ea typeface="微软雅黑" panose="020B0503020204020204" pitchFamily="34" charset="-122"/>
              </a:rPr>
              <a:t>Must have a process in place in advance to ensure proper lifecycle management of the data over time</a:t>
            </a:r>
          </a:p>
        </p:txBody>
      </p:sp>
      <p:sp>
        <p:nvSpPr>
          <p:cNvPr id="72" name="文本框 149">
            <a:extLst>
              <a:ext uri="{FF2B5EF4-FFF2-40B4-BE49-F238E27FC236}">
                <a16:creationId xmlns:a16="http://schemas.microsoft.com/office/drawing/2014/main" id="{721AF38B-BB64-42F2-E235-9EA12687604E}"/>
              </a:ext>
            </a:extLst>
          </p:cNvPr>
          <p:cNvSpPr txBox="1"/>
          <p:nvPr>
            <p:custDataLst>
              <p:tags r:id="rId2"/>
            </p:custDataLst>
          </p:nvPr>
        </p:nvSpPr>
        <p:spPr>
          <a:xfrm>
            <a:off x="541144" y="3047504"/>
            <a:ext cx="1481476" cy="830997"/>
          </a:xfrm>
          <a:prstGeom prst="rect">
            <a:avLst/>
          </a:prstGeom>
          <a:noFill/>
        </p:spPr>
        <p:txBody>
          <a:bodyPr wrap="square" rtlCol="0" anchor="t">
            <a:spAutoFit/>
          </a:bodyPr>
          <a:lstStyle>
            <a:defPPr>
              <a:defRPr lang="en-US"/>
            </a:defPPr>
            <a:lvl1pPr algn="ctr">
              <a:defRPr sz="1600" b="1">
                <a:solidFill>
                  <a:srgbClr val="02318A"/>
                </a:solidFill>
                <a:latin typeface="微软雅黑" panose="020B0503020204020204" pitchFamily="34" charset="-122"/>
                <a:ea typeface="微软雅黑" panose="020B0503020204020204" pitchFamily="34" charset="-122"/>
              </a:defRPr>
            </a:lvl1pPr>
          </a:lstStyle>
          <a:p>
            <a:r>
              <a:rPr lang="en-US" altLang="zh-CN" dirty="0">
                <a:solidFill>
                  <a:schemeClr val="bg1"/>
                </a:solidFill>
                <a:latin typeface="+mn-lt"/>
              </a:rPr>
              <a:t>Identify business problem</a:t>
            </a:r>
          </a:p>
        </p:txBody>
      </p:sp>
      <p:sp>
        <p:nvSpPr>
          <p:cNvPr id="4" name="矩形: 圆角 92">
            <a:extLst>
              <a:ext uri="{FF2B5EF4-FFF2-40B4-BE49-F238E27FC236}">
                <a16:creationId xmlns:a16="http://schemas.microsoft.com/office/drawing/2014/main" id="{974F9DB7-8456-4D1F-0CEF-AC5DAE6533BC}"/>
              </a:ext>
            </a:extLst>
          </p:cNvPr>
          <p:cNvSpPr/>
          <p:nvPr/>
        </p:nvSpPr>
        <p:spPr>
          <a:xfrm>
            <a:off x="5247057" y="1751352"/>
            <a:ext cx="1943082" cy="771346"/>
          </a:xfrm>
          <a:prstGeom prst="roundRect">
            <a:avLst/>
          </a:prstGeom>
          <a:solidFill>
            <a:schemeClr val="bg1"/>
          </a:solidFill>
          <a:ln w="6350">
            <a:solidFill>
              <a:schemeClr val="accent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sz="1200" dirty="0">
                <a:solidFill>
                  <a:schemeClr val="tx1"/>
                </a:solidFill>
              </a:rPr>
              <a:t>Dedicate budget for project</a:t>
            </a:r>
          </a:p>
        </p:txBody>
      </p:sp>
      <p:sp>
        <p:nvSpPr>
          <p:cNvPr id="43" name="TextBox 42">
            <a:extLst>
              <a:ext uri="{FF2B5EF4-FFF2-40B4-BE49-F238E27FC236}">
                <a16:creationId xmlns:a16="http://schemas.microsoft.com/office/drawing/2014/main" id="{B0CF3D0A-3208-4835-33EC-CCF078FCF025}"/>
              </a:ext>
            </a:extLst>
          </p:cNvPr>
          <p:cNvSpPr txBox="1"/>
          <p:nvPr/>
        </p:nvSpPr>
        <p:spPr>
          <a:xfrm>
            <a:off x="348314" y="5739161"/>
            <a:ext cx="685050" cy="195814"/>
          </a:xfrm>
          <a:prstGeom prst="rect">
            <a:avLst/>
          </a:prstGeom>
          <a:noFill/>
          <a:effectLst/>
        </p:spPr>
        <p:txBody>
          <a:bodyPr wrap="none" lIns="36000" tIns="36000" rIns="36000" bIns="36000" rtlCol="0" anchor="t">
            <a:spAutoFit/>
          </a:bodyPr>
          <a:lstStyle/>
          <a:p>
            <a:pPr algn="l"/>
            <a:r>
              <a:rPr lang="en-US" sz="800" dirty="0"/>
              <a:t>Source: Omdia</a:t>
            </a:r>
          </a:p>
        </p:txBody>
      </p:sp>
      <p:sp>
        <p:nvSpPr>
          <p:cNvPr id="44" name="TextBox 43">
            <a:extLst>
              <a:ext uri="{FF2B5EF4-FFF2-40B4-BE49-F238E27FC236}">
                <a16:creationId xmlns:a16="http://schemas.microsoft.com/office/drawing/2014/main" id="{279ECA8C-8369-90E2-6811-91E50A97C3DA}"/>
              </a:ext>
            </a:extLst>
          </p:cNvPr>
          <p:cNvSpPr txBox="1"/>
          <p:nvPr/>
        </p:nvSpPr>
        <p:spPr>
          <a:xfrm>
            <a:off x="11074106" y="5739161"/>
            <a:ext cx="685050" cy="195814"/>
          </a:xfrm>
          <a:prstGeom prst="rect">
            <a:avLst/>
          </a:prstGeom>
          <a:noFill/>
          <a:effectLst/>
        </p:spPr>
        <p:txBody>
          <a:bodyPr wrap="none" lIns="36000" tIns="36000" rIns="36000" bIns="36000" rtlCol="0" anchor="t">
            <a:spAutoFit/>
          </a:bodyPr>
          <a:lstStyle/>
          <a:p>
            <a:pPr algn="r"/>
            <a:r>
              <a:rPr lang="en-US" sz="800" dirty="0"/>
              <a:t>© 2024 Omdia</a:t>
            </a:r>
          </a:p>
        </p:txBody>
      </p:sp>
    </p:spTree>
    <p:extLst>
      <p:ext uri="{BB962C8B-B14F-4D97-AF65-F5344CB8AC3E}">
        <p14:creationId xmlns:p14="http://schemas.microsoft.com/office/powerpoint/2010/main" val="9927851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071F5CB-CDEF-0768-0FBD-61231F93868B}"/>
              </a:ext>
            </a:extLst>
          </p:cNvPr>
          <p:cNvSpPr>
            <a:spLocks noGrp="1"/>
          </p:cNvSpPr>
          <p:nvPr>
            <p:ph sz="quarter" idx="10"/>
          </p:nvPr>
        </p:nvSpPr>
        <p:spPr/>
        <p:txBody>
          <a:bodyPr/>
          <a:lstStyle/>
          <a:p>
            <a:pPr marR="0"/>
            <a:r>
              <a:rPr lang="en-US" kern="100" dirty="0">
                <a:latin typeface="Calibri" panose="020F0502020204030204" pitchFamily="34" charset="0"/>
                <a:cs typeface="Times New Roman" panose="02020603050405020304" pitchFamily="18" charset="0"/>
              </a:rPr>
              <a:t>By the start of 2024, the industry was convinced of the value of generative AI, seeing its potential to transform network and business operations. However, many felt a telco-specific LLM was needed to provide actionable results. The Global Telco AI Alliance, launched in February by Deutsche Telekom, e&amp; Group, Singtel, SoftBank, and SK Telecom, set to work to develop one to be delivered in June. At the time of writing, it has not been delivered.</a:t>
            </a:r>
          </a:p>
          <a:p>
            <a:pPr marR="0"/>
            <a:r>
              <a:rPr lang="en-US" kern="100" dirty="0">
                <a:latin typeface="Calibri" panose="020F0502020204030204" pitchFamily="34" charset="0"/>
                <a:cs typeface="Times New Roman" panose="02020603050405020304" pitchFamily="18" charset="0"/>
              </a:rPr>
              <a:t>In the meantime, other CSPs including Bell Canada, BT, Orange, Telstra, Verizon, and Vodafone moved forward using RAG, fine-tuning, and prompt-engineering to get meaningful results from generic foundational models.</a:t>
            </a:r>
          </a:p>
          <a:p>
            <a:pPr marR="0"/>
            <a:r>
              <a:rPr lang="en-US" kern="100" dirty="0">
                <a:latin typeface="Calibri" panose="020F0502020204030204" pitchFamily="34" charset="0"/>
                <a:cs typeface="Times New Roman" panose="02020603050405020304" pitchFamily="18" charset="0"/>
              </a:rPr>
              <a:t>With the exception of a handful of CSPs in South Korea, Japan, and India, few have expressed an intent to develop their own LLMs. However, many are partnering with leading infrastructure provider NVIDIA to ensure they have access to the rare GPUs in order to train and run their models. Omdia also expects to see CSPs and the broader industry begin to develop small language models (SLMs) that address targeted use cases in areas such as billing and network management.</a:t>
            </a:r>
          </a:p>
          <a:p>
            <a:pPr marR="0"/>
            <a:r>
              <a:rPr lang="en-US" kern="100" dirty="0">
                <a:latin typeface="Calibri" panose="020F0502020204030204" pitchFamily="34" charset="0"/>
                <a:cs typeface="Times New Roman" panose="02020603050405020304" pitchFamily="18" charset="0"/>
              </a:rPr>
              <a:t>Though issues of bias, privacy, security, and control have not been completely addressed, CSPs are not waiting and should not wait to start on their </a:t>
            </a:r>
            <a:r>
              <a:rPr lang="en-US" kern="100" dirty="0" err="1">
                <a:latin typeface="Calibri" panose="020F0502020204030204" pitchFamily="34" charset="0"/>
                <a:cs typeface="Times New Roman" panose="02020603050405020304" pitchFamily="18" charset="0"/>
              </a:rPr>
              <a:t>GenAI</a:t>
            </a:r>
            <a:r>
              <a:rPr lang="en-US" kern="100" dirty="0">
                <a:latin typeface="Calibri" panose="020F0502020204030204" pitchFamily="34" charset="0"/>
                <a:cs typeface="Times New Roman" panose="02020603050405020304" pitchFamily="18" charset="0"/>
              </a:rPr>
              <a:t> journey. Selecting internal-facing use cases to get comfortable with the technologies is a way to minimize risk while building skills that can be applied to customer-facing use cases later. </a:t>
            </a:r>
          </a:p>
          <a:p>
            <a:pPr marR="0"/>
            <a:r>
              <a:rPr lang="en-US" kern="100" dirty="0">
                <a:latin typeface="Calibri" panose="020F0502020204030204" pitchFamily="34" charset="0"/>
                <a:cs typeface="Times New Roman" panose="02020603050405020304" pitchFamily="18" charset="0"/>
              </a:rPr>
              <a:t>Vendors have been adding more explainable AI capabilities into their products to help CSPs become more comfortable with the recommendations AI makes, and more visualization and natural language interfaces to make them more accessible to a wider range of users. CSP that have been waiting on the sidelines must now follow the early adopters or risk being left behind.</a:t>
            </a:r>
          </a:p>
          <a:p>
            <a:endParaRPr lang="en-US" dirty="0"/>
          </a:p>
        </p:txBody>
      </p:sp>
      <p:sp>
        <p:nvSpPr>
          <p:cNvPr id="3" name="Title 2">
            <a:extLst>
              <a:ext uri="{FF2B5EF4-FFF2-40B4-BE49-F238E27FC236}">
                <a16:creationId xmlns:a16="http://schemas.microsoft.com/office/drawing/2014/main" id="{BBE7D16C-2CC9-FCBD-A25D-1C8F69D5643A}"/>
              </a:ext>
            </a:extLst>
          </p:cNvPr>
          <p:cNvSpPr>
            <a:spLocks noGrp="1"/>
          </p:cNvSpPr>
          <p:nvPr>
            <p:ph type="title"/>
          </p:nvPr>
        </p:nvSpPr>
        <p:spPr/>
        <p:txBody>
          <a:bodyPr/>
          <a:lstStyle/>
          <a:p>
            <a:r>
              <a:rPr lang="en-US" dirty="0"/>
              <a:t>The time is now for CSPs to get moving on their </a:t>
            </a:r>
            <a:r>
              <a:rPr lang="en-US" dirty="0" err="1"/>
              <a:t>GenAI</a:t>
            </a:r>
            <a:r>
              <a:rPr lang="en-US" dirty="0"/>
              <a:t> journey</a:t>
            </a:r>
          </a:p>
        </p:txBody>
      </p:sp>
    </p:spTree>
    <p:extLst>
      <p:ext uri="{BB962C8B-B14F-4D97-AF65-F5344CB8AC3E}">
        <p14:creationId xmlns:p14="http://schemas.microsoft.com/office/powerpoint/2010/main" val="16822742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559D4EC3-1DE1-4116-83D6-B8F37368D15D}"/>
              </a:ext>
            </a:extLst>
          </p:cNvPr>
          <p:cNvPicPr>
            <a:picLocks noChangeAspect="1"/>
          </p:cNvPicPr>
          <p:nvPr/>
        </p:nvPicPr>
        <p:blipFill>
          <a:blip r:embed="rId2"/>
          <a:stretch>
            <a:fillRect/>
          </a:stretch>
        </p:blipFill>
        <p:spPr>
          <a:xfrm>
            <a:off x="6282107" y="2158327"/>
            <a:ext cx="429600" cy="1080000"/>
          </a:xfrm>
          <a:prstGeom prst="rect">
            <a:avLst/>
          </a:prstGeom>
        </p:spPr>
      </p:pic>
      <p:sp>
        <p:nvSpPr>
          <p:cNvPr id="23" name="Isosceles Triangle 22">
            <a:extLst>
              <a:ext uri="{FF2B5EF4-FFF2-40B4-BE49-F238E27FC236}">
                <a16:creationId xmlns:a16="http://schemas.microsoft.com/office/drawing/2014/main" id="{24682AE2-1858-4CB5-9E97-2AC8652EC34F}"/>
              </a:ext>
            </a:extLst>
          </p:cNvPr>
          <p:cNvSpPr/>
          <p:nvPr/>
        </p:nvSpPr>
        <p:spPr>
          <a:xfrm rot="16200000">
            <a:off x="6628199" y="4793974"/>
            <a:ext cx="46727" cy="46727"/>
          </a:xfrm>
          <a:prstGeom prst="triangle">
            <a:avLst/>
          </a:prstGeom>
          <a:solidFill>
            <a:schemeClr val="accent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24" name="Group 23">
            <a:extLst>
              <a:ext uri="{FF2B5EF4-FFF2-40B4-BE49-F238E27FC236}">
                <a16:creationId xmlns:a16="http://schemas.microsoft.com/office/drawing/2014/main" id="{2DB547F5-934B-45A5-B8A8-D604180C9D2C}"/>
              </a:ext>
            </a:extLst>
          </p:cNvPr>
          <p:cNvGrpSpPr>
            <a:grpSpLocks noChangeAspect="1"/>
          </p:cNvGrpSpPr>
          <p:nvPr/>
        </p:nvGrpSpPr>
        <p:grpSpPr>
          <a:xfrm>
            <a:off x="6311988" y="2192021"/>
            <a:ext cx="368755" cy="220762"/>
            <a:chOff x="6303838" y="2524031"/>
            <a:chExt cx="360802" cy="216000"/>
          </a:xfrm>
        </p:grpSpPr>
        <p:sp>
          <p:nvSpPr>
            <p:cNvPr id="25" name="Rectangle 24">
              <a:extLst>
                <a:ext uri="{FF2B5EF4-FFF2-40B4-BE49-F238E27FC236}">
                  <a16:creationId xmlns:a16="http://schemas.microsoft.com/office/drawing/2014/main" id="{24684FE3-6FCF-4C2B-9A4B-91570A030F08}"/>
                </a:ext>
              </a:extLst>
            </p:cNvPr>
            <p:cNvSpPr/>
            <p:nvPr/>
          </p:nvSpPr>
          <p:spPr>
            <a:xfrm>
              <a:off x="6303838" y="2524031"/>
              <a:ext cx="360000" cy="216000"/>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Isosceles Triangle 25">
              <a:extLst>
                <a:ext uri="{FF2B5EF4-FFF2-40B4-BE49-F238E27FC236}">
                  <a16:creationId xmlns:a16="http://schemas.microsoft.com/office/drawing/2014/main" id="{E8C764E8-8BD0-48B4-918D-8DDD15B9791C}"/>
                </a:ext>
              </a:extLst>
            </p:cNvPr>
            <p:cNvSpPr/>
            <p:nvPr/>
          </p:nvSpPr>
          <p:spPr>
            <a:xfrm rot="16200000">
              <a:off x="6618921" y="2609610"/>
              <a:ext cx="45719" cy="45719"/>
            </a:xfrm>
            <a:prstGeom prst="triangle">
              <a:avLst/>
            </a:prstGeom>
            <a:solidFill>
              <a:schemeClr val="accent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5" name="Title 4">
            <a:extLst>
              <a:ext uri="{FF2B5EF4-FFF2-40B4-BE49-F238E27FC236}">
                <a16:creationId xmlns:a16="http://schemas.microsoft.com/office/drawing/2014/main" id="{36C4FBA4-5AC2-C627-1F0C-585589BAEA5E}"/>
              </a:ext>
            </a:extLst>
          </p:cNvPr>
          <p:cNvSpPr>
            <a:spLocks noGrp="1"/>
          </p:cNvSpPr>
          <p:nvPr>
            <p:ph type="title"/>
          </p:nvPr>
        </p:nvSpPr>
        <p:spPr>
          <a:xfrm>
            <a:off x="348314" y="476250"/>
            <a:ext cx="11480800" cy="684214"/>
          </a:xfrm>
        </p:spPr>
        <p:txBody>
          <a:bodyPr/>
          <a:lstStyle/>
          <a:p>
            <a:r>
              <a:rPr lang="en-US" dirty="0" err="1"/>
              <a:t>GenAI</a:t>
            </a:r>
            <a:r>
              <a:rPr lang="en-US" dirty="0"/>
              <a:t> will make its way into more areas of CSP operations</a:t>
            </a:r>
          </a:p>
        </p:txBody>
      </p:sp>
      <p:graphicFrame>
        <p:nvGraphicFramePr>
          <p:cNvPr id="48" name="Table 47">
            <a:extLst>
              <a:ext uri="{FF2B5EF4-FFF2-40B4-BE49-F238E27FC236}">
                <a16:creationId xmlns:a16="http://schemas.microsoft.com/office/drawing/2014/main" id="{92139129-5CE3-139E-CA8D-9A1152AF8B3B}"/>
              </a:ext>
            </a:extLst>
          </p:cNvPr>
          <p:cNvGraphicFramePr>
            <a:graphicFrameLocks noGrp="1"/>
          </p:cNvGraphicFramePr>
          <p:nvPr>
            <p:extLst>
              <p:ext uri="{D42A27DB-BD31-4B8C-83A1-F6EECF244321}">
                <p14:modId xmlns:p14="http://schemas.microsoft.com/office/powerpoint/2010/main" val="3359144"/>
              </p:ext>
            </p:extLst>
          </p:nvPr>
        </p:nvGraphicFramePr>
        <p:xfrm>
          <a:off x="348314" y="1419908"/>
          <a:ext cx="11480399" cy="4103280"/>
        </p:xfrm>
        <a:graphic>
          <a:graphicData uri="http://schemas.openxmlformats.org/drawingml/2006/table">
            <a:tbl>
              <a:tblPr firstRow="1" bandRow="1">
                <a:tableStyleId>{D51ADE6A-740E-44AE-83CC-AE7238B6C88D}</a:tableStyleId>
              </a:tblPr>
              <a:tblGrid>
                <a:gridCol w="1003668">
                  <a:extLst>
                    <a:ext uri="{9D8B030D-6E8A-4147-A177-3AD203B41FA5}">
                      <a16:colId xmlns:a16="http://schemas.microsoft.com/office/drawing/2014/main" val="3312128611"/>
                    </a:ext>
                  </a:extLst>
                </a:gridCol>
                <a:gridCol w="4580806">
                  <a:extLst>
                    <a:ext uri="{9D8B030D-6E8A-4147-A177-3AD203B41FA5}">
                      <a16:colId xmlns:a16="http://schemas.microsoft.com/office/drawing/2014/main" val="1979855668"/>
                    </a:ext>
                  </a:extLst>
                </a:gridCol>
                <a:gridCol w="1157056">
                  <a:extLst>
                    <a:ext uri="{9D8B030D-6E8A-4147-A177-3AD203B41FA5}">
                      <a16:colId xmlns:a16="http://schemas.microsoft.com/office/drawing/2014/main" val="1853831791"/>
                    </a:ext>
                  </a:extLst>
                </a:gridCol>
                <a:gridCol w="4738869">
                  <a:extLst>
                    <a:ext uri="{9D8B030D-6E8A-4147-A177-3AD203B41FA5}">
                      <a16:colId xmlns:a16="http://schemas.microsoft.com/office/drawing/2014/main" val="726019331"/>
                    </a:ext>
                  </a:extLst>
                </a:gridCol>
              </a:tblGrid>
              <a:tr h="432000">
                <a:tc>
                  <a:txBody>
                    <a:bodyPr/>
                    <a:lstStyle/>
                    <a:p>
                      <a:pPr algn="l"/>
                      <a:r>
                        <a:rPr lang="en-US" sz="1400" noProof="0" dirty="0"/>
                        <a:t>Player type</a:t>
                      </a:r>
                    </a:p>
                  </a:txBody>
                  <a:tcPr/>
                </a:tc>
                <a:tc>
                  <a:txBody>
                    <a:bodyPr/>
                    <a:lstStyle/>
                    <a:p>
                      <a:pPr algn="l"/>
                      <a:r>
                        <a:rPr lang="en-US" sz="1400" noProof="0" dirty="0"/>
                        <a:t>What will the impact be?</a:t>
                      </a:r>
                    </a:p>
                  </a:txBody>
                  <a:tcPr/>
                </a:tc>
                <a:tc>
                  <a:txBody>
                    <a:bodyPr/>
                    <a:lstStyle/>
                    <a:p>
                      <a:pPr algn="ctr"/>
                      <a:r>
                        <a:rPr lang="en-US" sz="1400" noProof="0" dirty="0"/>
                        <a:t>Impact rating</a:t>
                      </a:r>
                    </a:p>
                  </a:txBody>
                  <a:tcPr/>
                </a:tc>
                <a:tc>
                  <a:txBody>
                    <a:bodyPr/>
                    <a:lstStyle/>
                    <a:p>
                      <a:pPr algn="l"/>
                      <a:r>
                        <a:rPr lang="en-US" sz="1400" noProof="0" dirty="0"/>
                        <a:t>How should players respond?</a:t>
                      </a:r>
                    </a:p>
                  </a:txBody>
                  <a:tcPr/>
                </a:tc>
                <a:extLst>
                  <a:ext uri="{0D108BD9-81ED-4DB2-BD59-A6C34878D82A}">
                    <a16:rowId xmlns:a16="http://schemas.microsoft.com/office/drawing/2014/main" val="194492075"/>
                  </a:ext>
                </a:extLst>
              </a:tr>
              <a:tr h="1115173">
                <a:tc>
                  <a:txBody>
                    <a:bodyPr/>
                    <a:lstStyle/>
                    <a:p>
                      <a:r>
                        <a:rPr lang="en-US" sz="1400" noProof="0" dirty="0"/>
                        <a:t>Service providers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kern="1200" noProof="0" dirty="0"/>
                        <a:t>Having seen that existing LLMs are sufficient for many use cases, we expect CSPs that have never used </a:t>
                      </a:r>
                      <a:r>
                        <a:rPr lang="en-US" sz="1400" kern="1200" noProof="0" dirty="0" err="1"/>
                        <a:t>GenAI</a:t>
                      </a:r>
                      <a:r>
                        <a:rPr lang="en-US" sz="1400" kern="1200" noProof="0" dirty="0"/>
                        <a:t> will start using it for internal use cases such as customer care. Those that have already deployed </a:t>
                      </a:r>
                      <a:r>
                        <a:rPr lang="en-US" sz="1400" kern="1200" noProof="0" dirty="0" err="1"/>
                        <a:t>GenAI</a:t>
                      </a:r>
                      <a:r>
                        <a:rPr lang="en-US" sz="1400" kern="1200" noProof="0" dirty="0"/>
                        <a:t> will expand into additional use cases on the network side, but most will still be internal facing. With the exception of a modest number of GPU-as-a-service offerings, </a:t>
                      </a:r>
                      <a:r>
                        <a:rPr lang="en-US" sz="1400" kern="1200" noProof="0" dirty="0" err="1"/>
                        <a:t>GenAI</a:t>
                      </a:r>
                      <a:r>
                        <a:rPr lang="en-US" sz="1400" kern="1200" noProof="0" dirty="0"/>
                        <a:t> will not drive meaningful revenue in the coming year.</a:t>
                      </a:r>
                      <a:endParaRPr lang="en-US" sz="1400" kern="1200" noProof="0" dirty="0">
                        <a:cs typeface="Calibri"/>
                      </a:endParaRPr>
                    </a:p>
                  </a:txBody>
                  <a:tcPr/>
                </a:tc>
                <a:tc>
                  <a:txBody>
                    <a:bodyPr/>
                    <a:lstStyle/>
                    <a:p>
                      <a:endParaRPr lang="en-US" sz="1400" noProof="0" dirty="0"/>
                    </a:p>
                  </a:txBody>
                  <a:tcPr/>
                </a:tc>
                <a:tc>
                  <a:txBody>
                    <a:bodyPr/>
                    <a:lstStyle/>
                    <a:p>
                      <a:r>
                        <a:rPr lang="en-US" sz="1400" noProof="0" dirty="0"/>
                        <a:t>CSPs that have been waiting on the sidelines need to get going. The operational efficiency gains of </a:t>
                      </a:r>
                      <a:r>
                        <a:rPr lang="en-US" sz="1400" noProof="0" dirty="0" err="1"/>
                        <a:t>GenAI</a:t>
                      </a:r>
                      <a:r>
                        <a:rPr lang="en-US" sz="1400" noProof="0" dirty="0"/>
                        <a:t> have been proven and are nontrivial. The foundations being laid today will pay dividends in the future, and those that wait risk being left behind once </a:t>
                      </a:r>
                      <a:r>
                        <a:rPr lang="en-US" sz="1400" noProof="0" dirty="0" err="1"/>
                        <a:t>GenAI</a:t>
                      </a:r>
                      <a:r>
                        <a:rPr lang="en-US" sz="1400" noProof="0" dirty="0"/>
                        <a:t> becomes more relevant from a revenue-generation perspective.</a:t>
                      </a:r>
                    </a:p>
                  </a:txBody>
                  <a:tcPr/>
                </a:tc>
                <a:extLst>
                  <a:ext uri="{0D108BD9-81ED-4DB2-BD59-A6C34878D82A}">
                    <a16:rowId xmlns:a16="http://schemas.microsoft.com/office/drawing/2014/main" val="1699817319"/>
                  </a:ext>
                </a:extLst>
              </a:tr>
              <a:tr h="1115173">
                <a:tc>
                  <a:txBody>
                    <a:bodyPr/>
                    <a:lstStyle/>
                    <a:p>
                      <a:r>
                        <a:rPr lang="en-US" sz="1400" noProof="0" dirty="0"/>
                        <a:t>Vendors</a:t>
                      </a:r>
                    </a:p>
                  </a:txBody>
                  <a:tcPr>
                    <a:lnB w="6350" cap="flat">
                      <a:noFill/>
                      <a:prstDash val="solid"/>
                      <a:miter lim="400000"/>
                    </a:lnB>
                  </a:tcPr>
                </a:tc>
                <a:tc>
                  <a:txBody>
                    <a:bodyPr/>
                    <a:lstStyle/>
                    <a:p>
                      <a:r>
                        <a:rPr lang="en-US" sz="1400" noProof="0" dirty="0"/>
                        <a:t>Vendors that have banked on making it easier for CSPs to engage with LLMs may find their opportunities limited, because they have found it is possible to use RAG, fine-tuning, and prompt-engineering to get what they need. CSPs may make </a:t>
                      </a:r>
                      <a:r>
                        <a:rPr lang="en-US" sz="1400" noProof="0" dirty="0" err="1"/>
                        <a:t>GenAI</a:t>
                      </a:r>
                      <a:r>
                        <a:rPr lang="en-US" sz="1400" noProof="0" dirty="0"/>
                        <a:t> functionality a requirement for their telecom IT software as the potential efficiency gains become more apparent.</a:t>
                      </a:r>
                    </a:p>
                  </a:txBody>
                  <a:tcPr>
                    <a:lnB w="6350" cap="flat">
                      <a:noFill/>
                      <a:prstDash val="solid"/>
                      <a:miter lim="400000"/>
                    </a:lnB>
                  </a:tcPr>
                </a:tc>
                <a:tc>
                  <a:txBody>
                    <a:bodyPr/>
                    <a:lstStyle/>
                    <a:p>
                      <a:endParaRPr lang="en-US" sz="1400" noProof="0" dirty="0"/>
                    </a:p>
                  </a:txBody>
                  <a:tcPr>
                    <a:lnB w="6350" cap="flat">
                      <a:noFill/>
                      <a:prstDash val="solid"/>
                      <a:miter lim="400000"/>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noProof="0" dirty="0"/>
                        <a:t>Vendors should consider developing small language models (SLMs) that focus on narrow, telco-specific use cases. As the financial and energy costs of LLMs become an issue, SLMs may become a more appealing option for CSPs. They could also prove to be a faster route to market for smaller vendors looking for an entry point into a competitive telecom IT landscape.</a:t>
                      </a:r>
                      <a:endParaRPr lang="en-US" sz="1400" kern="1200" noProof="0" dirty="0">
                        <a:cs typeface="Calibri"/>
                      </a:endParaRPr>
                    </a:p>
                  </a:txBody>
                  <a:tcPr>
                    <a:lnB w="6350" cap="flat">
                      <a:noFill/>
                      <a:prstDash val="solid"/>
                      <a:miter lim="400000"/>
                    </a:lnB>
                  </a:tcPr>
                </a:tc>
                <a:extLst>
                  <a:ext uri="{0D108BD9-81ED-4DB2-BD59-A6C34878D82A}">
                    <a16:rowId xmlns:a16="http://schemas.microsoft.com/office/drawing/2014/main" val="1081662344"/>
                  </a:ext>
                </a:extLst>
              </a:tr>
              <a:tr h="288000">
                <a:tc>
                  <a:txBody>
                    <a:bodyPr/>
                    <a:lstStyle/>
                    <a:p>
                      <a:r>
                        <a:rPr lang="en-US" sz="800" noProof="0" dirty="0"/>
                        <a:t>Source: Omdia</a:t>
                      </a:r>
                    </a:p>
                  </a:txBody>
                  <a:tcPr>
                    <a:lnL w="6350" cap="flat">
                      <a:noFill/>
                      <a:prstDash val="solid"/>
                      <a:round/>
                    </a:lnL>
                    <a:lnR w="0" cap="flat">
                      <a:noFill/>
                      <a:prstDash val="solid"/>
                      <a:round/>
                    </a:lnR>
                    <a:lnT w="6350" cap="flat">
                      <a:noFill/>
                      <a:prstDash val="solid"/>
                      <a:miter lim="400000"/>
                    </a:lnT>
                    <a:lnB w="6350" cap="flat">
                      <a:noFill/>
                      <a:prstDash val="solid"/>
                      <a:miter lim="400000"/>
                    </a:lnB>
                    <a:lnTlToBr w="12700" cmpd="sng">
                      <a:noFill/>
                      <a:prstDash val="solid"/>
                    </a:lnTlToBr>
                    <a:lnBlToTr w="12700" cmpd="sng">
                      <a:noFill/>
                      <a:prstDash val="solid"/>
                    </a:lnBlToTr>
                    <a:noFill/>
                  </a:tcPr>
                </a:tc>
                <a:tc>
                  <a:txBody>
                    <a:bodyPr/>
                    <a:lstStyle/>
                    <a:p>
                      <a:endParaRPr lang="en-US" sz="800" noProof="0" dirty="0"/>
                    </a:p>
                  </a:txBody>
                  <a:tcPr>
                    <a:lnL w="0" cap="flat">
                      <a:noFill/>
                      <a:prstDash val="solid"/>
                      <a:round/>
                    </a:lnL>
                    <a:lnR w="0" cap="flat">
                      <a:noFill/>
                      <a:prstDash val="solid"/>
                      <a:round/>
                    </a:lnR>
                    <a:lnT w="6350" cap="flat">
                      <a:noFill/>
                      <a:prstDash val="solid"/>
                      <a:miter lim="400000"/>
                    </a:lnT>
                    <a:lnB w="6350" cap="flat">
                      <a:noFill/>
                      <a:prstDash val="solid"/>
                      <a:miter lim="400000"/>
                    </a:lnB>
                    <a:lnTlToBr w="12700" cmpd="sng">
                      <a:noFill/>
                      <a:prstDash val="solid"/>
                    </a:lnTlToBr>
                    <a:lnBlToTr w="12700" cmpd="sng">
                      <a:noFill/>
                      <a:prstDash val="solid"/>
                    </a:lnBlToTr>
                    <a:noFill/>
                  </a:tcPr>
                </a:tc>
                <a:tc>
                  <a:txBody>
                    <a:bodyPr/>
                    <a:lstStyle/>
                    <a:p>
                      <a:endParaRPr lang="en-US" sz="800" noProof="0" dirty="0"/>
                    </a:p>
                  </a:txBody>
                  <a:tcPr>
                    <a:lnL w="0" cap="flat">
                      <a:noFill/>
                      <a:prstDash val="solid"/>
                      <a:round/>
                    </a:lnL>
                    <a:lnR w="0" cap="flat">
                      <a:noFill/>
                      <a:prstDash val="solid"/>
                      <a:round/>
                    </a:lnR>
                    <a:lnT w="6350" cap="flat">
                      <a:noFill/>
                      <a:prstDash val="solid"/>
                      <a:miter lim="400000"/>
                    </a:lnT>
                    <a:lnB w="6350" cap="flat">
                      <a:noFill/>
                      <a:prstDash val="solid"/>
                      <a:miter lim="400000"/>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800" kern="1200" noProof="0" dirty="0">
                          <a:cs typeface="Calibri"/>
                        </a:rPr>
                        <a:t>© 2024 Omdia</a:t>
                      </a:r>
                    </a:p>
                  </a:txBody>
                  <a:tcPr>
                    <a:lnL w="0" cap="flat">
                      <a:noFill/>
                      <a:prstDash val="solid"/>
                      <a:round/>
                    </a:lnL>
                    <a:lnR w="6350" cap="flat">
                      <a:noFill/>
                      <a:prstDash val="solid"/>
                      <a:round/>
                    </a:lnR>
                    <a:lnT w="6350" cap="flat">
                      <a:noFill/>
                      <a:prstDash val="solid"/>
                      <a:miter lim="400000"/>
                    </a:lnT>
                    <a:lnB w="6350" cap="flat">
                      <a:noFill/>
                      <a:prstDash val="solid"/>
                      <a:miter lim="400000"/>
                    </a:lnB>
                    <a:lnTlToBr w="12700" cmpd="sng">
                      <a:noFill/>
                      <a:prstDash val="solid"/>
                    </a:lnTlToBr>
                    <a:lnBlToTr w="12700" cmpd="sng">
                      <a:noFill/>
                      <a:prstDash val="solid"/>
                    </a:lnBlToTr>
                    <a:noFill/>
                  </a:tcPr>
                </a:tc>
                <a:extLst>
                  <a:ext uri="{0D108BD9-81ED-4DB2-BD59-A6C34878D82A}">
                    <a16:rowId xmlns:a16="http://schemas.microsoft.com/office/drawing/2014/main" val="747688437"/>
                  </a:ext>
                </a:extLst>
              </a:tr>
            </a:tbl>
          </a:graphicData>
        </a:graphic>
      </p:graphicFrame>
      <p:grpSp>
        <p:nvGrpSpPr>
          <p:cNvPr id="4" name="Group 3">
            <a:extLst>
              <a:ext uri="{FF2B5EF4-FFF2-40B4-BE49-F238E27FC236}">
                <a16:creationId xmlns:a16="http://schemas.microsoft.com/office/drawing/2014/main" id="{B3C48124-0EEC-7ADF-49D1-68769CCE2309}"/>
              </a:ext>
            </a:extLst>
          </p:cNvPr>
          <p:cNvGrpSpPr/>
          <p:nvPr/>
        </p:nvGrpSpPr>
        <p:grpSpPr>
          <a:xfrm>
            <a:off x="6294657" y="3886368"/>
            <a:ext cx="368749" cy="1055641"/>
            <a:chOff x="6294657" y="3886368"/>
            <a:chExt cx="368749" cy="1055641"/>
          </a:xfrm>
        </p:grpSpPr>
        <p:grpSp>
          <p:nvGrpSpPr>
            <p:cNvPr id="55" name="Group 54">
              <a:extLst>
                <a:ext uri="{FF2B5EF4-FFF2-40B4-BE49-F238E27FC236}">
                  <a16:creationId xmlns:a16="http://schemas.microsoft.com/office/drawing/2014/main" id="{C1947836-C2BE-6A45-32B2-787B4FE13CA5}"/>
                </a:ext>
              </a:extLst>
            </p:cNvPr>
            <p:cNvGrpSpPr/>
            <p:nvPr/>
          </p:nvGrpSpPr>
          <p:grpSpPr>
            <a:xfrm>
              <a:off x="6299031" y="3886368"/>
              <a:ext cx="360000" cy="1055641"/>
              <a:chOff x="7425719" y="699230"/>
              <a:chExt cx="361708" cy="1114336"/>
            </a:xfrm>
          </p:grpSpPr>
          <p:sp>
            <p:nvSpPr>
              <p:cNvPr id="56" name="TextBox 55">
                <a:extLst>
                  <a:ext uri="{FF2B5EF4-FFF2-40B4-BE49-F238E27FC236}">
                    <a16:creationId xmlns:a16="http://schemas.microsoft.com/office/drawing/2014/main" id="{C67D4057-496C-47C1-5395-96E68C1CF4C2}"/>
                  </a:ext>
                </a:extLst>
              </p:cNvPr>
              <p:cNvSpPr txBox="1"/>
              <p:nvPr/>
            </p:nvSpPr>
            <p:spPr>
              <a:xfrm>
                <a:off x="7425719" y="699230"/>
                <a:ext cx="361708" cy="233307"/>
              </a:xfrm>
              <a:prstGeom prst="rect">
                <a:avLst/>
              </a:prstGeom>
              <a:solidFill>
                <a:schemeClr val="accent1"/>
              </a:solidFill>
              <a:effectLst/>
            </p:spPr>
            <p:txBody>
              <a:bodyPr wrap="square" lIns="18000" tIns="18000" rIns="18000" bIns="18000" rtlCol="0" anchor="ctr">
                <a:spAutoFit/>
              </a:bodyPr>
              <a:lstStyle/>
              <a:p>
                <a:pPr algn="ctr"/>
                <a:r>
                  <a:rPr lang="en-US" sz="1200" dirty="0">
                    <a:solidFill>
                      <a:sysClr val="window" lastClr="FFFFFF"/>
                    </a:solidFill>
                  </a:rPr>
                  <a:t>+2</a:t>
                </a:r>
              </a:p>
            </p:txBody>
          </p:sp>
          <p:sp>
            <p:nvSpPr>
              <p:cNvPr id="57" name="TextBox 56">
                <a:extLst>
                  <a:ext uri="{FF2B5EF4-FFF2-40B4-BE49-F238E27FC236}">
                    <a16:creationId xmlns:a16="http://schemas.microsoft.com/office/drawing/2014/main" id="{2B7B7B05-6670-F87C-DF68-DCD78383882A}"/>
                  </a:ext>
                </a:extLst>
              </p:cNvPr>
              <p:cNvSpPr txBox="1"/>
              <p:nvPr/>
            </p:nvSpPr>
            <p:spPr>
              <a:xfrm>
                <a:off x="7425719" y="919486"/>
                <a:ext cx="361708" cy="233307"/>
              </a:xfrm>
              <a:prstGeom prst="rect">
                <a:avLst/>
              </a:prstGeom>
              <a:solidFill>
                <a:schemeClr val="accent1">
                  <a:lumMod val="60000"/>
                  <a:lumOff val="40000"/>
                </a:schemeClr>
              </a:solidFill>
              <a:effectLst/>
            </p:spPr>
            <p:txBody>
              <a:bodyPr wrap="square" lIns="18000" tIns="18000" rIns="18000" bIns="18000" rtlCol="0" anchor="ctr">
                <a:spAutoFit/>
              </a:bodyPr>
              <a:lstStyle/>
              <a:p>
                <a:pPr algn="ctr"/>
                <a:r>
                  <a:rPr lang="en-US" sz="1200" dirty="0">
                    <a:solidFill>
                      <a:sysClr val="window" lastClr="FFFFFF"/>
                    </a:solidFill>
                  </a:rPr>
                  <a:t>+1</a:t>
                </a:r>
              </a:p>
            </p:txBody>
          </p:sp>
          <p:sp>
            <p:nvSpPr>
              <p:cNvPr id="58" name="TextBox 57">
                <a:extLst>
                  <a:ext uri="{FF2B5EF4-FFF2-40B4-BE49-F238E27FC236}">
                    <a16:creationId xmlns:a16="http://schemas.microsoft.com/office/drawing/2014/main" id="{C9CAF2B5-657F-3747-818E-07D0FCCECC47}"/>
                  </a:ext>
                </a:extLst>
              </p:cNvPr>
              <p:cNvSpPr txBox="1"/>
              <p:nvPr/>
            </p:nvSpPr>
            <p:spPr>
              <a:xfrm>
                <a:off x="7425719" y="1139743"/>
                <a:ext cx="361708" cy="233307"/>
              </a:xfrm>
              <a:prstGeom prst="rect">
                <a:avLst/>
              </a:prstGeom>
              <a:solidFill>
                <a:schemeClr val="accent2"/>
              </a:solidFill>
              <a:effectLst/>
            </p:spPr>
            <p:txBody>
              <a:bodyPr wrap="square" lIns="18000" tIns="18000" rIns="18000" bIns="18000" rtlCol="0" anchor="ctr">
                <a:spAutoFit/>
              </a:bodyPr>
              <a:lstStyle/>
              <a:p>
                <a:pPr algn="ctr"/>
                <a:r>
                  <a:rPr lang="en-US" sz="1200" dirty="0">
                    <a:solidFill>
                      <a:sysClr val="window" lastClr="FFFFFF"/>
                    </a:solidFill>
                  </a:rPr>
                  <a:t>−</a:t>
                </a:r>
              </a:p>
            </p:txBody>
          </p:sp>
          <p:sp>
            <p:nvSpPr>
              <p:cNvPr id="59" name="TextBox 58">
                <a:extLst>
                  <a:ext uri="{FF2B5EF4-FFF2-40B4-BE49-F238E27FC236}">
                    <a16:creationId xmlns:a16="http://schemas.microsoft.com/office/drawing/2014/main" id="{9CC0EC50-B947-D744-39F0-DD9F35E3AF01}"/>
                  </a:ext>
                </a:extLst>
              </p:cNvPr>
              <p:cNvSpPr txBox="1"/>
              <p:nvPr/>
            </p:nvSpPr>
            <p:spPr>
              <a:xfrm>
                <a:off x="7425719" y="1360000"/>
                <a:ext cx="361708" cy="233307"/>
              </a:xfrm>
              <a:prstGeom prst="rect">
                <a:avLst/>
              </a:prstGeom>
              <a:solidFill>
                <a:schemeClr val="accent3">
                  <a:lumMod val="60000"/>
                  <a:lumOff val="40000"/>
                </a:schemeClr>
              </a:solidFill>
              <a:effectLst/>
            </p:spPr>
            <p:txBody>
              <a:bodyPr wrap="square" lIns="18000" tIns="18000" rIns="18000" bIns="18000" rtlCol="0" anchor="ctr">
                <a:spAutoFit/>
              </a:bodyPr>
              <a:lstStyle/>
              <a:p>
                <a:pPr algn="ctr"/>
                <a:r>
                  <a:rPr lang="en-US" sz="1200" dirty="0">
                    <a:solidFill>
                      <a:sysClr val="window" lastClr="FFFFFF"/>
                    </a:solidFill>
                  </a:rPr>
                  <a:t>-1</a:t>
                </a:r>
              </a:p>
            </p:txBody>
          </p:sp>
          <p:sp>
            <p:nvSpPr>
              <p:cNvPr id="60" name="TextBox 59">
                <a:extLst>
                  <a:ext uri="{FF2B5EF4-FFF2-40B4-BE49-F238E27FC236}">
                    <a16:creationId xmlns:a16="http://schemas.microsoft.com/office/drawing/2014/main" id="{AC0CBC45-90E1-F3D8-BCD3-9EE3BE72DDC8}"/>
                  </a:ext>
                </a:extLst>
              </p:cNvPr>
              <p:cNvSpPr txBox="1"/>
              <p:nvPr/>
            </p:nvSpPr>
            <p:spPr>
              <a:xfrm>
                <a:off x="7425719" y="1580259"/>
                <a:ext cx="361708" cy="233307"/>
              </a:xfrm>
              <a:prstGeom prst="rect">
                <a:avLst/>
              </a:prstGeom>
              <a:solidFill>
                <a:schemeClr val="accent3"/>
              </a:solidFill>
              <a:effectLst/>
            </p:spPr>
            <p:txBody>
              <a:bodyPr wrap="square" lIns="18000" tIns="18000" rIns="18000" bIns="18000" rtlCol="0" anchor="ctr">
                <a:spAutoFit/>
              </a:bodyPr>
              <a:lstStyle/>
              <a:p>
                <a:pPr algn="ctr"/>
                <a:r>
                  <a:rPr lang="en-US" sz="1200" dirty="0">
                    <a:solidFill>
                      <a:sysClr val="window" lastClr="FFFFFF"/>
                    </a:solidFill>
                  </a:rPr>
                  <a:t>-2</a:t>
                </a:r>
              </a:p>
            </p:txBody>
          </p:sp>
        </p:grpSp>
        <p:grpSp>
          <p:nvGrpSpPr>
            <p:cNvPr id="68" name="Group 67">
              <a:extLst>
                <a:ext uri="{FF2B5EF4-FFF2-40B4-BE49-F238E27FC236}">
                  <a16:creationId xmlns:a16="http://schemas.microsoft.com/office/drawing/2014/main" id="{BEB94719-B533-3402-3970-7BB22B2D00EC}"/>
                </a:ext>
              </a:extLst>
            </p:cNvPr>
            <p:cNvGrpSpPr>
              <a:grpSpLocks noChangeAspect="1"/>
            </p:cNvGrpSpPr>
            <p:nvPr/>
          </p:nvGrpSpPr>
          <p:grpSpPr>
            <a:xfrm>
              <a:off x="6294657" y="4089460"/>
              <a:ext cx="368749" cy="220762"/>
              <a:chOff x="6303844" y="2524031"/>
              <a:chExt cx="360796" cy="216000"/>
            </a:xfrm>
          </p:grpSpPr>
          <p:sp>
            <p:nvSpPr>
              <p:cNvPr id="69" name="Rectangle 68">
                <a:extLst>
                  <a:ext uri="{FF2B5EF4-FFF2-40B4-BE49-F238E27FC236}">
                    <a16:creationId xmlns:a16="http://schemas.microsoft.com/office/drawing/2014/main" id="{C5C4D864-55B5-1BB8-412B-26F0AD1FF0A6}"/>
                  </a:ext>
                </a:extLst>
              </p:cNvPr>
              <p:cNvSpPr/>
              <p:nvPr/>
            </p:nvSpPr>
            <p:spPr>
              <a:xfrm>
                <a:off x="6303844" y="2524031"/>
                <a:ext cx="360000" cy="216000"/>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0" name="Isosceles Triangle 69">
                <a:extLst>
                  <a:ext uri="{FF2B5EF4-FFF2-40B4-BE49-F238E27FC236}">
                    <a16:creationId xmlns:a16="http://schemas.microsoft.com/office/drawing/2014/main" id="{CFA2E8F0-D3A5-BC84-F6A5-ECBF78B8297A}"/>
                  </a:ext>
                </a:extLst>
              </p:cNvPr>
              <p:cNvSpPr/>
              <p:nvPr/>
            </p:nvSpPr>
            <p:spPr>
              <a:xfrm rot="16200000">
                <a:off x="6618921" y="2609610"/>
                <a:ext cx="45719" cy="45719"/>
              </a:xfrm>
              <a:prstGeom prst="triangle">
                <a:avLst/>
              </a:prstGeom>
              <a:solidFill>
                <a:schemeClr val="accent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nvGrpSpPr>
          <p:cNvPr id="3" name="Group 2">
            <a:extLst>
              <a:ext uri="{FF2B5EF4-FFF2-40B4-BE49-F238E27FC236}">
                <a16:creationId xmlns:a16="http://schemas.microsoft.com/office/drawing/2014/main" id="{4F16D926-0DEB-8AF6-9994-AEA705E56548}"/>
              </a:ext>
            </a:extLst>
          </p:cNvPr>
          <p:cNvGrpSpPr/>
          <p:nvPr/>
        </p:nvGrpSpPr>
        <p:grpSpPr>
          <a:xfrm>
            <a:off x="6293737" y="2229334"/>
            <a:ext cx="368755" cy="1055641"/>
            <a:chOff x="6311988" y="2182682"/>
            <a:chExt cx="368755" cy="1055641"/>
          </a:xfrm>
        </p:grpSpPr>
        <p:grpSp>
          <p:nvGrpSpPr>
            <p:cNvPr id="61" name="Group 60">
              <a:extLst>
                <a:ext uri="{FF2B5EF4-FFF2-40B4-BE49-F238E27FC236}">
                  <a16:creationId xmlns:a16="http://schemas.microsoft.com/office/drawing/2014/main" id="{E016D3AB-BD9D-3299-D562-A6D443766709}"/>
                </a:ext>
              </a:extLst>
            </p:cNvPr>
            <p:cNvGrpSpPr/>
            <p:nvPr/>
          </p:nvGrpSpPr>
          <p:grpSpPr>
            <a:xfrm>
              <a:off x="6316365" y="2182682"/>
              <a:ext cx="360003" cy="1055641"/>
              <a:chOff x="7425719" y="699230"/>
              <a:chExt cx="361711" cy="1114336"/>
            </a:xfrm>
          </p:grpSpPr>
          <p:sp>
            <p:nvSpPr>
              <p:cNvPr id="62" name="TextBox 61">
                <a:extLst>
                  <a:ext uri="{FF2B5EF4-FFF2-40B4-BE49-F238E27FC236}">
                    <a16:creationId xmlns:a16="http://schemas.microsoft.com/office/drawing/2014/main" id="{2278C28C-B387-2CDA-84B2-0335FE927D81}"/>
                  </a:ext>
                </a:extLst>
              </p:cNvPr>
              <p:cNvSpPr txBox="1"/>
              <p:nvPr/>
            </p:nvSpPr>
            <p:spPr>
              <a:xfrm>
                <a:off x="7425719" y="699230"/>
                <a:ext cx="361708" cy="233307"/>
              </a:xfrm>
              <a:prstGeom prst="rect">
                <a:avLst/>
              </a:prstGeom>
              <a:solidFill>
                <a:schemeClr val="accent1"/>
              </a:solidFill>
              <a:effectLst/>
            </p:spPr>
            <p:txBody>
              <a:bodyPr wrap="square" lIns="18000" tIns="18000" rIns="18000" bIns="18000" rtlCol="0" anchor="ctr">
                <a:spAutoFit/>
              </a:bodyPr>
              <a:lstStyle/>
              <a:p>
                <a:pPr algn="ctr"/>
                <a:r>
                  <a:rPr lang="en-US" sz="1200" dirty="0">
                    <a:solidFill>
                      <a:sysClr val="window" lastClr="FFFFFF"/>
                    </a:solidFill>
                  </a:rPr>
                  <a:t>+2</a:t>
                </a:r>
              </a:p>
            </p:txBody>
          </p:sp>
          <p:sp>
            <p:nvSpPr>
              <p:cNvPr id="63" name="TextBox 62">
                <a:extLst>
                  <a:ext uri="{FF2B5EF4-FFF2-40B4-BE49-F238E27FC236}">
                    <a16:creationId xmlns:a16="http://schemas.microsoft.com/office/drawing/2014/main" id="{671E220C-0C09-C513-46AE-6E8BDE1E802A}"/>
                  </a:ext>
                </a:extLst>
              </p:cNvPr>
              <p:cNvSpPr txBox="1"/>
              <p:nvPr/>
            </p:nvSpPr>
            <p:spPr>
              <a:xfrm>
                <a:off x="7425719" y="919486"/>
                <a:ext cx="361708" cy="233307"/>
              </a:xfrm>
              <a:prstGeom prst="rect">
                <a:avLst/>
              </a:prstGeom>
              <a:solidFill>
                <a:schemeClr val="accent1">
                  <a:lumMod val="60000"/>
                  <a:lumOff val="40000"/>
                </a:schemeClr>
              </a:solidFill>
              <a:effectLst/>
            </p:spPr>
            <p:txBody>
              <a:bodyPr wrap="square" lIns="18000" tIns="18000" rIns="18000" bIns="18000" rtlCol="0" anchor="ctr">
                <a:spAutoFit/>
              </a:bodyPr>
              <a:lstStyle/>
              <a:p>
                <a:pPr algn="ctr"/>
                <a:r>
                  <a:rPr lang="en-US" sz="1200" dirty="0">
                    <a:solidFill>
                      <a:sysClr val="window" lastClr="FFFFFF"/>
                    </a:solidFill>
                  </a:rPr>
                  <a:t>+1</a:t>
                </a:r>
              </a:p>
            </p:txBody>
          </p:sp>
          <p:sp>
            <p:nvSpPr>
              <p:cNvPr id="64" name="TextBox 63">
                <a:extLst>
                  <a:ext uri="{FF2B5EF4-FFF2-40B4-BE49-F238E27FC236}">
                    <a16:creationId xmlns:a16="http://schemas.microsoft.com/office/drawing/2014/main" id="{D4C6442B-BBA0-A87E-90A7-D150FD1F3874}"/>
                  </a:ext>
                </a:extLst>
              </p:cNvPr>
              <p:cNvSpPr txBox="1"/>
              <p:nvPr/>
            </p:nvSpPr>
            <p:spPr>
              <a:xfrm>
                <a:off x="7425719" y="1139743"/>
                <a:ext cx="361708" cy="233307"/>
              </a:xfrm>
              <a:prstGeom prst="rect">
                <a:avLst/>
              </a:prstGeom>
              <a:solidFill>
                <a:schemeClr val="accent2"/>
              </a:solidFill>
              <a:effectLst/>
            </p:spPr>
            <p:txBody>
              <a:bodyPr wrap="square" lIns="18000" tIns="18000" rIns="18000" bIns="18000" rtlCol="0" anchor="ctr">
                <a:spAutoFit/>
              </a:bodyPr>
              <a:lstStyle/>
              <a:p>
                <a:pPr algn="ctr"/>
                <a:r>
                  <a:rPr lang="en-US" sz="1200" dirty="0">
                    <a:solidFill>
                      <a:sysClr val="window" lastClr="FFFFFF"/>
                    </a:solidFill>
                  </a:rPr>
                  <a:t>−</a:t>
                </a:r>
              </a:p>
            </p:txBody>
          </p:sp>
          <p:sp>
            <p:nvSpPr>
              <p:cNvPr id="65" name="TextBox 64">
                <a:extLst>
                  <a:ext uri="{FF2B5EF4-FFF2-40B4-BE49-F238E27FC236}">
                    <a16:creationId xmlns:a16="http://schemas.microsoft.com/office/drawing/2014/main" id="{BBC36657-F2B4-138B-7570-1BD7BE0848A1}"/>
                  </a:ext>
                </a:extLst>
              </p:cNvPr>
              <p:cNvSpPr txBox="1"/>
              <p:nvPr/>
            </p:nvSpPr>
            <p:spPr>
              <a:xfrm>
                <a:off x="7425722" y="1360000"/>
                <a:ext cx="361708" cy="233307"/>
              </a:xfrm>
              <a:prstGeom prst="rect">
                <a:avLst/>
              </a:prstGeom>
              <a:solidFill>
                <a:schemeClr val="accent3">
                  <a:lumMod val="60000"/>
                  <a:lumOff val="40000"/>
                </a:schemeClr>
              </a:solidFill>
              <a:effectLst/>
            </p:spPr>
            <p:txBody>
              <a:bodyPr wrap="square" lIns="18000" tIns="18000" rIns="18000" bIns="18000" rtlCol="0" anchor="ctr">
                <a:spAutoFit/>
              </a:bodyPr>
              <a:lstStyle/>
              <a:p>
                <a:pPr algn="ctr"/>
                <a:r>
                  <a:rPr lang="en-US" sz="1200" dirty="0">
                    <a:solidFill>
                      <a:sysClr val="window" lastClr="FFFFFF"/>
                    </a:solidFill>
                  </a:rPr>
                  <a:t>-1</a:t>
                </a:r>
              </a:p>
            </p:txBody>
          </p:sp>
          <p:sp>
            <p:nvSpPr>
              <p:cNvPr id="66" name="TextBox 65">
                <a:extLst>
                  <a:ext uri="{FF2B5EF4-FFF2-40B4-BE49-F238E27FC236}">
                    <a16:creationId xmlns:a16="http://schemas.microsoft.com/office/drawing/2014/main" id="{26EC4DEE-4EE5-47E4-60F4-87F2823471D2}"/>
                  </a:ext>
                </a:extLst>
              </p:cNvPr>
              <p:cNvSpPr txBox="1"/>
              <p:nvPr/>
            </p:nvSpPr>
            <p:spPr>
              <a:xfrm>
                <a:off x="7425719" y="1580259"/>
                <a:ext cx="361708" cy="233307"/>
              </a:xfrm>
              <a:prstGeom prst="rect">
                <a:avLst/>
              </a:prstGeom>
              <a:solidFill>
                <a:schemeClr val="accent3"/>
              </a:solidFill>
              <a:effectLst/>
            </p:spPr>
            <p:txBody>
              <a:bodyPr wrap="square" lIns="18000" tIns="18000" rIns="18000" bIns="18000" rtlCol="0" anchor="ctr">
                <a:spAutoFit/>
              </a:bodyPr>
              <a:lstStyle/>
              <a:p>
                <a:pPr algn="ctr"/>
                <a:r>
                  <a:rPr lang="en-US" sz="1200" dirty="0">
                    <a:solidFill>
                      <a:sysClr val="window" lastClr="FFFFFF"/>
                    </a:solidFill>
                  </a:rPr>
                  <a:t>-2</a:t>
                </a:r>
              </a:p>
            </p:txBody>
          </p:sp>
        </p:grpSp>
        <p:grpSp>
          <p:nvGrpSpPr>
            <p:cNvPr id="71" name="Group 70">
              <a:extLst>
                <a:ext uri="{FF2B5EF4-FFF2-40B4-BE49-F238E27FC236}">
                  <a16:creationId xmlns:a16="http://schemas.microsoft.com/office/drawing/2014/main" id="{3849E75F-702A-D696-FB4F-6CB0F462264D}"/>
                </a:ext>
              </a:extLst>
            </p:cNvPr>
            <p:cNvGrpSpPr>
              <a:grpSpLocks noChangeAspect="1"/>
            </p:cNvGrpSpPr>
            <p:nvPr/>
          </p:nvGrpSpPr>
          <p:grpSpPr>
            <a:xfrm>
              <a:off x="6311988" y="2372996"/>
              <a:ext cx="368755" cy="220762"/>
              <a:chOff x="6303838" y="2524031"/>
              <a:chExt cx="360802" cy="216000"/>
            </a:xfrm>
          </p:grpSpPr>
          <p:sp>
            <p:nvSpPr>
              <p:cNvPr id="72" name="Rectangle 71">
                <a:extLst>
                  <a:ext uri="{FF2B5EF4-FFF2-40B4-BE49-F238E27FC236}">
                    <a16:creationId xmlns:a16="http://schemas.microsoft.com/office/drawing/2014/main" id="{1849F4E8-ACD5-DA1F-FA3C-1C19E87B6D47}"/>
                  </a:ext>
                </a:extLst>
              </p:cNvPr>
              <p:cNvSpPr/>
              <p:nvPr/>
            </p:nvSpPr>
            <p:spPr>
              <a:xfrm>
                <a:off x="6303838" y="2524031"/>
                <a:ext cx="360000" cy="216000"/>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3" name="Isosceles Triangle 72">
                <a:extLst>
                  <a:ext uri="{FF2B5EF4-FFF2-40B4-BE49-F238E27FC236}">
                    <a16:creationId xmlns:a16="http://schemas.microsoft.com/office/drawing/2014/main" id="{0EAE0DF5-4971-5FB0-AA06-CDDFA4CAA0AD}"/>
                  </a:ext>
                </a:extLst>
              </p:cNvPr>
              <p:cNvSpPr/>
              <p:nvPr/>
            </p:nvSpPr>
            <p:spPr>
              <a:xfrm rot="16200000">
                <a:off x="6618921" y="2609610"/>
                <a:ext cx="45719" cy="45719"/>
              </a:xfrm>
              <a:prstGeom prst="triangle">
                <a:avLst/>
              </a:prstGeom>
              <a:solidFill>
                <a:schemeClr val="accent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spTree>
    <p:extLst>
      <p:ext uri="{BB962C8B-B14F-4D97-AF65-F5344CB8AC3E}">
        <p14:creationId xmlns:p14="http://schemas.microsoft.com/office/powerpoint/2010/main" val="29389011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032597-5AA3-F6C2-A6CB-2124ADFBD7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E18A70-96EE-E988-5E73-BB740D7680D6}"/>
              </a:ext>
            </a:extLst>
          </p:cNvPr>
          <p:cNvSpPr>
            <a:spLocks noGrp="1"/>
          </p:cNvSpPr>
          <p:nvPr>
            <p:ph type="title"/>
          </p:nvPr>
        </p:nvSpPr>
        <p:spPr/>
        <p:txBody>
          <a:bodyPr/>
          <a:lstStyle/>
          <a:p>
            <a:r>
              <a:rPr lang="en-US" dirty="0"/>
              <a:t>AI makes inroads in automating network operations</a:t>
            </a:r>
          </a:p>
        </p:txBody>
      </p:sp>
    </p:spTree>
    <p:extLst>
      <p:ext uri="{BB962C8B-B14F-4D97-AF65-F5344CB8AC3E}">
        <p14:creationId xmlns:p14="http://schemas.microsoft.com/office/powerpoint/2010/main" val="27589581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77CBDC-9B29-1859-BC8D-E9DD78059E42}"/>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6D53DFF-9BFE-B10A-FFCB-CC4054B45BBE}"/>
              </a:ext>
            </a:extLst>
          </p:cNvPr>
          <p:cNvSpPr>
            <a:spLocks noGrp="1"/>
          </p:cNvSpPr>
          <p:nvPr>
            <p:ph sz="quarter" idx="10"/>
          </p:nvPr>
        </p:nvSpPr>
        <p:spPr/>
        <p:txBody>
          <a:bodyPr/>
          <a:lstStyle/>
          <a:p>
            <a:pPr marR="0"/>
            <a:r>
              <a:rPr lang="en-US" kern="100" dirty="0">
                <a:effectLst/>
                <a:latin typeface="Calibri" panose="020F0502020204030204" pitchFamily="34" charset="0"/>
                <a:ea typeface="Aptos" panose="020B0004020202020204" pitchFamily="34" charset="0"/>
                <a:cs typeface="Times New Roman" panose="02020603050405020304" pitchFamily="18" charset="0"/>
              </a:rPr>
              <a:t>It is still early days on the road to AIOps. In April 2024, around half the respondents to an Omdia survey indicated that they are in the trialing or planning stage of AIOps, and about 20% are formulating a strategy. Only 13% have implemented their strategy. Operator size and type did not have any impact on the results.</a:t>
            </a:r>
          </a:p>
          <a:p>
            <a:pPr marR="0"/>
            <a:r>
              <a:rPr lang="en-US" kern="100" dirty="0">
                <a:effectLst/>
                <a:latin typeface="Calibri" panose="020F0502020204030204" pitchFamily="34" charset="0"/>
                <a:ea typeface="Aptos" panose="020B0004020202020204" pitchFamily="34" charset="0"/>
                <a:cs typeface="Times New Roman" panose="02020603050405020304" pitchFamily="18" charset="0"/>
              </a:rPr>
              <a:t>Some of the characteristics of CSPs that are trialing or have already implemented AIOps included a view that accessing network data using natural language is very valuable; they are also much more likely than other CSPs to have point solutions for analytics and are much more likely to say that adding AI to network analytics systems was very important.</a:t>
            </a:r>
          </a:p>
          <a:p>
            <a:r>
              <a:rPr lang="en-US" dirty="0"/>
              <a:t>CSPs expect that adding AI to analytics tools will allow them to process data more quickly. This could lead to optimization in real time or near-real time, which has many knock-on effects, including energy efficiency and customer satisfaction. The same applies to troubleshooting.</a:t>
            </a:r>
          </a:p>
          <a:p>
            <a:r>
              <a:rPr lang="en-US" dirty="0"/>
              <a:t>The next slide shows that optimization, troubleshooting, and monitoring are the top three processes that CSPs expect AI will play a key role in automating in the next two years. Among CSPs that have already implemented or are trialing AIOps, upgrading replaces troubleshooting in third place.</a:t>
            </a:r>
          </a:p>
          <a:p>
            <a:r>
              <a:rPr lang="en-US" dirty="0"/>
              <a:t>CSPs do not yet appear to be comfortable letting AI implement changes to the network, as evidenced by the low ranking for healing. They do, however, appear to be comfortable with AI finding faults, but they still want a human in the loop.</a:t>
            </a:r>
          </a:p>
          <a:p>
            <a:r>
              <a:rPr lang="en-US" dirty="0" err="1"/>
              <a:t>GenAI</a:t>
            </a:r>
            <a:r>
              <a:rPr lang="en-US" dirty="0"/>
              <a:t> looks as if it will be used more as an interface than an execution agent. In a separate survey, most respondents viewed </a:t>
            </a:r>
            <a:r>
              <a:rPr lang="en-US" dirty="0" err="1"/>
              <a:t>GenAI’s</a:t>
            </a:r>
            <a:r>
              <a:rPr lang="en-US" dirty="0"/>
              <a:t> potential as a user interface to deterministic orchestration systems—translating user intent to system instructions—and only a third thought </a:t>
            </a:r>
            <a:r>
              <a:rPr lang="en-US" dirty="0" err="1"/>
              <a:t>GenAI</a:t>
            </a:r>
            <a:r>
              <a:rPr lang="en-US" dirty="0"/>
              <a:t> could be used to solve networking problems. Those results were unchanged from the prior year.</a:t>
            </a:r>
          </a:p>
        </p:txBody>
      </p:sp>
      <p:sp>
        <p:nvSpPr>
          <p:cNvPr id="3" name="Title 2">
            <a:extLst>
              <a:ext uri="{FF2B5EF4-FFF2-40B4-BE49-F238E27FC236}">
                <a16:creationId xmlns:a16="http://schemas.microsoft.com/office/drawing/2014/main" id="{CB51526E-ED66-43E6-5DB2-F5C67AC31068}"/>
              </a:ext>
            </a:extLst>
          </p:cNvPr>
          <p:cNvSpPr>
            <a:spLocks noGrp="1"/>
          </p:cNvSpPr>
          <p:nvPr>
            <p:ph type="title"/>
          </p:nvPr>
        </p:nvSpPr>
        <p:spPr/>
        <p:txBody>
          <a:bodyPr/>
          <a:lstStyle/>
          <a:p>
            <a:r>
              <a:rPr lang="en-US" dirty="0"/>
              <a:t>AI will play an increasingly important role in CSP network operations</a:t>
            </a:r>
          </a:p>
        </p:txBody>
      </p:sp>
    </p:spTree>
    <p:extLst>
      <p:ext uri="{BB962C8B-B14F-4D97-AF65-F5344CB8AC3E}">
        <p14:creationId xmlns:p14="http://schemas.microsoft.com/office/powerpoint/2010/main" val="34271694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1BDE72D1-5731-4E22-9016-CE8DF2FD6E83}"/>
              </a:ext>
            </a:extLst>
          </p:cNvPr>
          <p:cNvSpPr>
            <a:spLocks noGrp="1"/>
          </p:cNvSpPr>
          <p:nvPr>
            <p:ph type="title"/>
          </p:nvPr>
        </p:nvSpPr>
        <p:spPr/>
        <p:txBody>
          <a:bodyPr/>
          <a:lstStyle/>
          <a:p>
            <a:r>
              <a:rPr lang="en-US" dirty="0"/>
              <a:t>In the next two years, which network processes will AI play a significant role in automating? </a:t>
            </a:r>
          </a:p>
        </p:txBody>
      </p:sp>
      <p:pic>
        <p:nvPicPr>
          <p:cNvPr id="8" name="Content Placeholder 7">
            <a:extLst>
              <a:ext uri="{FF2B5EF4-FFF2-40B4-BE49-F238E27FC236}">
                <a16:creationId xmlns:a16="http://schemas.microsoft.com/office/drawing/2014/main" id="{A1F93795-3688-C782-85A2-62028558CF3A}"/>
              </a:ext>
            </a:extLst>
          </p:cNvPr>
          <p:cNvPicPr>
            <a:picLocks noGrp="1" noChangeAspect="1"/>
          </p:cNvPicPr>
          <p:nvPr>
            <p:ph sz="quarter" idx="10"/>
          </p:nvPr>
        </p:nvPicPr>
        <p:blipFill>
          <a:blip r:embed="rId3"/>
          <a:stretch>
            <a:fillRect/>
          </a:stretch>
        </p:blipFill>
        <p:spPr>
          <a:xfrm>
            <a:off x="347663" y="1420034"/>
            <a:ext cx="11480800" cy="4570382"/>
          </a:xfrm>
          <a:prstGeom prst="rect">
            <a:avLst/>
          </a:prstGeom>
        </p:spPr>
      </p:pic>
    </p:spTree>
    <p:extLst>
      <p:ext uri="{BB962C8B-B14F-4D97-AF65-F5344CB8AC3E}">
        <p14:creationId xmlns:p14="http://schemas.microsoft.com/office/powerpoint/2010/main" val="36608504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B77EAB-1990-CF67-9EF5-CFD66AA49A3B}"/>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502C9B5E-92FA-2ED7-247D-1046B9D09670}"/>
              </a:ext>
            </a:extLst>
          </p:cNvPr>
          <p:cNvSpPr>
            <a:spLocks noGrp="1"/>
          </p:cNvSpPr>
          <p:nvPr>
            <p:ph type="title"/>
          </p:nvPr>
        </p:nvSpPr>
        <p:spPr>
          <a:xfrm>
            <a:off x="348314" y="476250"/>
            <a:ext cx="11480800" cy="684214"/>
          </a:xfrm>
        </p:spPr>
        <p:txBody>
          <a:bodyPr/>
          <a:lstStyle/>
          <a:p>
            <a:r>
              <a:rPr lang="en-US" dirty="0"/>
              <a:t>AI will play an increased role in automating network operations</a:t>
            </a:r>
          </a:p>
        </p:txBody>
      </p:sp>
      <p:graphicFrame>
        <p:nvGraphicFramePr>
          <p:cNvPr id="48" name="Table 47">
            <a:extLst>
              <a:ext uri="{FF2B5EF4-FFF2-40B4-BE49-F238E27FC236}">
                <a16:creationId xmlns:a16="http://schemas.microsoft.com/office/drawing/2014/main" id="{270F46BF-3769-AA97-D91E-2F3B85B8BD58}"/>
              </a:ext>
            </a:extLst>
          </p:cNvPr>
          <p:cNvGraphicFramePr>
            <a:graphicFrameLocks noGrp="1"/>
          </p:cNvGraphicFramePr>
          <p:nvPr>
            <p:extLst>
              <p:ext uri="{D42A27DB-BD31-4B8C-83A1-F6EECF244321}">
                <p14:modId xmlns:p14="http://schemas.microsoft.com/office/powerpoint/2010/main" val="2441704793"/>
              </p:ext>
            </p:extLst>
          </p:nvPr>
        </p:nvGraphicFramePr>
        <p:xfrm>
          <a:off x="348314" y="1419908"/>
          <a:ext cx="11494050" cy="4743360"/>
        </p:xfrm>
        <a:graphic>
          <a:graphicData uri="http://schemas.openxmlformats.org/drawingml/2006/table">
            <a:tbl>
              <a:tblPr firstRow="1" bandRow="1">
                <a:tableStyleId>{D51ADE6A-740E-44AE-83CC-AE7238B6C88D}</a:tableStyleId>
              </a:tblPr>
              <a:tblGrid>
                <a:gridCol w="1008000">
                  <a:extLst>
                    <a:ext uri="{9D8B030D-6E8A-4147-A177-3AD203B41FA5}">
                      <a16:colId xmlns:a16="http://schemas.microsoft.com/office/drawing/2014/main" val="3312128611"/>
                    </a:ext>
                  </a:extLst>
                </a:gridCol>
                <a:gridCol w="4818243">
                  <a:extLst>
                    <a:ext uri="{9D8B030D-6E8A-4147-A177-3AD203B41FA5}">
                      <a16:colId xmlns:a16="http://schemas.microsoft.com/office/drawing/2014/main" val="1979855668"/>
                    </a:ext>
                  </a:extLst>
                </a:gridCol>
                <a:gridCol w="1234911">
                  <a:extLst>
                    <a:ext uri="{9D8B030D-6E8A-4147-A177-3AD203B41FA5}">
                      <a16:colId xmlns:a16="http://schemas.microsoft.com/office/drawing/2014/main" val="1853831791"/>
                    </a:ext>
                  </a:extLst>
                </a:gridCol>
                <a:gridCol w="4432896">
                  <a:extLst>
                    <a:ext uri="{9D8B030D-6E8A-4147-A177-3AD203B41FA5}">
                      <a16:colId xmlns:a16="http://schemas.microsoft.com/office/drawing/2014/main" val="726019331"/>
                    </a:ext>
                  </a:extLst>
                </a:gridCol>
              </a:tblGrid>
              <a:tr h="396000">
                <a:tc>
                  <a:txBody>
                    <a:bodyPr/>
                    <a:lstStyle/>
                    <a:p>
                      <a:pPr algn="l"/>
                      <a:r>
                        <a:rPr lang="en-GB" sz="1400" dirty="0"/>
                        <a:t>Player type</a:t>
                      </a:r>
                      <a:endParaRPr lang="en-US" sz="1400" dirty="0"/>
                    </a:p>
                  </a:txBody>
                  <a:tcPr/>
                </a:tc>
                <a:tc>
                  <a:txBody>
                    <a:bodyPr/>
                    <a:lstStyle/>
                    <a:p>
                      <a:pPr algn="l"/>
                      <a:r>
                        <a:rPr lang="en-GB" sz="1400" dirty="0"/>
                        <a:t>What will the impact be?</a:t>
                      </a:r>
                      <a:endParaRPr lang="en-US" sz="1400" dirty="0"/>
                    </a:p>
                  </a:txBody>
                  <a:tcPr/>
                </a:tc>
                <a:tc>
                  <a:txBody>
                    <a:bodyPr/>
                    <a:lstStyle/>
                    <a:p>
                      <a:pPr algn="ctr"/>
                      <a:r>
                        <a:rPr lang="en-GB" sz="1400" dirty="0"/>
                        <a:t>Impact rating</a:t>
                      </a:r>
                      <a:endParaRPr lang="en-US" sz="1400" dirty="0"/>
                    </a:p>
                  </a:txBody>
                  <a:tcPr/>
                </a:tc>
                <a:tc>
                  <a:txBody>
                    <a:bodyPr/>
                    <a:lstStyle/>
                    <a:p>
                      <a:pPr algn="l"/>
                      <a:r>
                        <a:rPr lang="en-GB" sz="1400" dirty="0"/>
                        <a:t>How should players respond?</a:t>
                      </a:r>
                      <a:endParaRPr lang="en-US" sz="1400" dirty="0"/>
                    </a:p>
                  </a:txBody>
                  <a:tcPr/>
                </a:tc>
                <a:extLst>
                  <a:ext uri="{0D108BD9-81ED-4DB2-BD59-A6C34878D82A}">
                    <a16:rowId xmlns:a16="http://schemas.microsoft.com/office/drawing/2014/main" val="194492075"/>
                  </a:ext>
                </a:extLst>
              </a:tr>
              <a:tr h="1115173">
                <a:tc>
                  <a:txBody>
                    <a:bodyPr/>
                    <a:lstStyle/>
                    <a:p>
                      <a:r>
                        <a:rPr lang="en-GB" sz="1400"/>
                        <a:t>Service providers</a:t>
                      </a:r>
                      <a:endParaRPr lang="en-US" sz="14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kern="1200" dirty="0"/>
                        <a:t>With more automation, presumably, comes fewer errors, faster troubleshooting, and quicker service activation. However, Omdia believes that it will be some time before CSPs are comfortable giving complete control to systems to execute the recommendations coming from AI. Automated systems will, instead, perform more basic tasks, such as configurations (once humans have approved them) and determining root causes of problems, leaving humans to carry out recommendations. This will still lead to cycle time reductions and higher quality of service that could drive customer satisfaction improvements. Whether those will lead to revenue gains is a separate question. </a:t>
                      </a:r>
                      <a:endParaRPr lang="en-GB" sz="1400" kern="1200" dirty="0">
                        <a:cs typeface="Calibri"/>
                      </a:endParaRPr>
                    </a:p>
                  </a:txBody>
                  <a:tcPr/>
                </a:tc>
                <a:tc>
                  <a:txBody>
                    <a:bodyPr/>
                    <a:lstStyle/>
                    <a:p>
                      <a:endParaRPr lang="en-US" sz="1400" dirty="0"/>
                    </a:p>
                  </a:txBody>
                  <a:tcPr/>
                </a:tc>
                <a:tc>
                  <a:txBody>
                    <a:bodyPr/>
                    <a:lstStyle/>
                    <a:p>
                      <a:r>
                        <a:rPr lang="en-US" sz="1400" dirty="0"/>
                        <a:t>CSPs should push their vendors to provide more explainability in their AI-enabled OSS and BSS solutions. This will help them gain confidence in the results coming from their AI systems and in moving more processes to closed-loop automation. They should also make clear to management that automation will not come overnight, so headcount reductions (and the requisite cost savings) will not be immediately forthcoming, and nor should they be. The institutional knowledge within network operations staff will take years to transfer to AI.</a:t>
                      </a:r>
                    </a:p>
                  </a:txBody>
                  <a:tcPr/>
                </a:tc>
                <a:extLst>
                  <a:ext uri="{0D108BD9-81ED-4DB2-BD59-A6C34878D82A}">
                    <a16:rowId xmlns:a16="http://schemas.microsoft.com/office/drawing/2014/main" val="1699817319"/>
                  </a:ext>
                </a:extLst>
              </a:tr>
              <a:tr h="1115173">
                <a:tc>
                  <a:txBody>
                    <a:bodyPr/>
                    <a:lstStyle/>
                    <a:p>
                      <a:r>
                        <a:rPr lang="en-GB" sz="1400" dirty="0"/>
                        <a:t>Vendors</a:t>
                      </a:r>
                      <a:endParaRPr lang="en-US" sz="1400" dirty="0"/>
                    </a:p>
                  </a:txBody>
                  <a:tcPr>
                    <a:lnB w="6350" cap="flat">
                      <a:noFill/>
                      <a:prstDash val="solid"/>
                      <a:miter lim="400000"/>
                    </a:lnB>
                  </a:tcPr>
                </a:tc>
                <a:tc>
                  <a:txBody>
                    <a:bodyPr/>
                    <a:lstStyle/>
                    <a:p>
                      <a:r>
                        <a:rPr lang="en-US" sz="1400" dirty="0"/>
                        <a:t>As CSPs automate more of their network operational processes, demand for telecom IT software will begin to decline, because CSPs will use this opportunity to modernize and simplify their OSS/BSS environments. Over time, as AI becomes more intelligent and able to learn, CSPs may not need as many upgrades as they have in the past, putting a damper on the service/maintenance revenue vendors have come to expect. </a:t>
                      </a:r>
                    </a:p>
                  </a:txBody>
                  <a:tcPr>
                    <a:lnB w="6350" cap="flat">
                      <a:noFill/>
                      <a:prstDash val="solid"/>
                      <a:miter lim="400000"/>
                    </a:lnB>
                  </a:tcPr>
                </a:tc>
                <a:tc>
                  <a:txBody>
                    <a:bodyPr/>
                    <a:lstStyle/>
                    <a:p>
                      <a:endParaRPr lang="en-US" sz="1400" dirty="0"/>
                    </a:p>
                  </a:txBody>
                  <a:tcPr>
                    <a:lnB w="6350" cap="flat">
                      <a:noFill/>
                      <a:prstDash val="solid"/>
                      <a:miter lim="400000"/>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dirty="0"/>
                        <a:t>In the near term, vendors should work to AI-enable their OSS/BSS so it can support as many operational processes as possible, with a focus on explainability so CSPs are comfortable using it. In the longer term, they should consider pricing models to account for AI’s ability to learn over time and the impact that may have on service revenue.</a:t>
                      </a:r>
                      <a:endParaRPr lang="en-GB" sz="1400" kern="1200" dirty="0">
                        <a:cs typeface="Calibri"/>
                      </a:endParaRPr>
                    </a:p>
                  </a:txBody>
                  <a:tcPr>
                    <a:lnB w="6350" cap="flat">
                      <a:noFill/>
                      <a:prstDash val="solid"/>
                      <a:miter lim="400000"/>
                    </a:lnB>
                  </a:tcPr>
                </a:tc>
                <a:extLst>
                  <a:ext uri="{0D108BD9-81ED-4DB2-BD59-A6C34878D82A}">
                    <a16:rowId xmlns:a16="http://schemas.microsoft.com/office/drawing/2014/main" val="1081662344"/>
                  </a:ext>
                </a:extLst>
              </a:tr>
              <a:tr h="324000">
                <a:tc>
                  <a:txBody>
                    <a:bodyPr/>
                    <a:lstStyle/>
                    <a:p>
                      <a:r>
                        <a:rPr lang="en-US" sz="800" dirty="0"/>
                        <a:t>Source: Omdia</a:t>
                      </a:r>
                    </a:p>
                  </a:txBody>
                  <a:tcPr>
                    <a:lnL w="6350" cap="flat">
                      <a:noFill/>
                      <a:prstDash val="solid"/>
                      <a:round/>
                    </a:lnL>
                    <a:lnR w="0" cap="flat">
                      <a:noFill/>
                      <a:prstDash val="solid"/>
                      <a:round/>
                    </a:lnR>
                    <a:lnT w="6350" cap="flat">
                      <a:noFill/>
                      <a:prstDash val="solid"/>
                      <a:miter lim="400000"/>
                    </a:lnT>
                    <a:lnB w="6350" cap="flat">
                      <a:noFill/>
                      <a:prstDash val="solid"/>
                      <a:miter lim="400000"/>
                    </a:lnB>
                    <a:lnTlToBr w="12700" cmpd="sng">
                      <a:noFill/>
                      <a:prstDash val="solid"/>
                    </a:lnTlToBr>
                    <a:lnBlToTr w="12700" cmpd="sng">
                      <a:noFill/>
                      <a:prstDash val="solid"/>
                    </a:lnBlToTr>
                    <a:noFill/>
                  </a:tcPr>
                </a:tc>
                <a:tc>
                  <a:txBody>
                    <a:bodyPr/>
                    <a:lstStyle/>
                    <a:p>
                      <a:endParaRPr lang="en-US" sz="800" dirty="0"/>
                    </a:p>
                  </a:txBody>
                  <a:tcPr>
                    <a:lnL w="0" cap="flat">
                      <a:noFill/>
                      <a:prstDash val="solid"/>
                      <a:round/>
                    </a:lnL>
                    <a:lnR w="0" cap="flat">
                      <a:noFill/>
                      <a:prstDash val="solid"/>
                      <a:round/>
                    </a:lnR>
                    <a:lnT w="6350" cap="flat">
                      <a:noFill/>
                      <a:prstDash val="solid"/>
                      <a:miter lim="400000"/>
                    </a:lnT>
                    <a:lnB w="6350" cap="flat">
                      <a:noFill/>
                      <a:prstDash val="solid"/>
                      <a:miter lim="400000"/>
                    </a:lnB>
                    <a:lnTlToBr w="12700" cmpd="sng">
                      <a:noFill/>
                      <a:prstDash val="solid"/>
                    </a:lnTlToBr>
                    <a:lnBlToTr w="12700" cmpd="sng">
                      <a:noFill/>
                      <a:prstDash val="solid"/>
                    </a:lnBlToTr>
                    <a:noFill/>
                  </a:tcPr>
                </a:tc>
                <a:tc>
                  <a:txBody>
                    <a:bodyPr/>
                    <a:lstStyle/>
                    <a:p>
                      <a:endParaRPr lang="en-US" sz="800" dirty="0"/>
                    </a:p>
                  </a:txBody>
                  <a:tcPr>
                    <a:lnL w="0" cap="flat">
                      <a:noFill/>
                      <a:prstDash val="solid"/>
                      <a:round/>
                    </a:lnL>
                    <a:lnR w="0" cap="flat">
                      <a:noFill/>
                      <a:prstDash val="solid"/>
                      <a:round/>
                    </a:lnR>
                    <a:lnT w="6350" cap="flat">
                      <a:noFill/>
                      <a:prstDash val="solid"/>
                      <a:miter lim="400000"/>
                    </a:lnT>
                    <a:lnB w="6350" cap="flat">
                      <a:noFill/>
                      <a:prstDash val="solid"/>
                      <a:miter lim="400000"/>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800" kern="1200" dirty="0">
                          <a:cs typeface="Calibri"/>
                        </a:rPr>
                        <a:t>© 2024 Omdia</a:t>
                      </a:r>
                    </a:p>
                  </a:txBody>
                  <a:tcPr>
                    <a:lnL w="0" cap="flat">
                      <a:noFill/>
                      <a:prstDash val="solid"/>
                      <a:round/>
                    </a:lnL>
                    <a:lnR w="6350" cap="flat">
                      <a:noFill/>
                      <a:prstDash val="solid"/>
                      <a:round/>
                    </a:lnR>
                    <a:lnT w="6350" cap="flat">
                      <a:noFill/>
                      <a:prstDash val="solid"/>
                      <a:miter lim="400000"/>
                    </a:lnT>
                    <a:lnB w="6350" cap="flat">
                      <a:noFill/>
                      <a:prstDash val="solid"/>
                      <a:miter lim="400000"/>
                    </a:lnB>
                    <a:lnTlToBr w="12700" cmpd="sng">
                      <a:noFill/>
                      <a:prstDash val="solid"/>
                    </a:lnTlToBr>
                    <a:lnBlToTr w="12700" cmpd="sng">
                      <a:noFill/>
                      <a:prstDash val="solid"/>
                    </a:lnBlToTr>
                    <a:noFill/>
                  </a:tcPr>
                </a:tc>
                <a:extLst>
                  <a:ext uri="{0D108BD9-81ED-4DB2-BD59-A6C34878D82A}">
                    <a16:rowId xmlns:a16="http://schemas.microsoft.com/office/drawing/2014/main" val="3378584089"/>
                  </a:ext>
                </a:extLst>
              </a:tr>
            </a:tbl>
          </a:graphicData>
        </a:graphic>
      </p:graphicFrame>
      <p:grpSp>
        <p:nvGrpSpPr>
          <p:cNvPr id="4" name="Group 3">
            <a:extLst>
              <a:ext uri="{FF2B5EF4-FFF2-40B4-BE49-F238E27FC236}">
                <a16:creationId xmlns:a16="http://schemas.microsoft.com/office/drawing/2014/main" id="{8A44804F-EFDA-6D98-0F72-AB1C35B955DB}"/>
              </a:ext>
            </a:extLst>
          </p:cNvPr>
          <p:cNvGrpSpPr/>
          <p:nvPr/>
        </p:nvGrpSpPr>
        <p:grpSpPr>
          <a:xfrm>
            <a:off x="6619928" y="4406924"/>
            <a:ext cx="368749" cy="1055641"/>
            <a:chOff x="6306692" y="4829343"/>
            <a:chExt cx="368749" cy="1055641"/>
          </a:xfrm>
        </p:grpSpPr>
        <p:grpSp>
          <p:nvGrpSpPr>
            <p:cNvPr id="55" name="Group 54">
              <a:extLst>
                <a:ext uri="{FF2B5EF4-FFF2-40B4-BE49-F238E27FC236}">
                  <a16:creationId xmlns:a16="http://schemas.microsoft.com/office/drawing/2014/main" id="{ED2030FD-4CD9-8DC2-9F9D-3B514A95A7A8}"/>
                </a:ext>
              </a:extLst>
            </p:cNvPr>
            <p:cNvGrpSpPr/>
            <p:nvPr/>
          </p:nvGrpSpPr>
          <p:grpSpPr>
            <a:xfrm>
              <a:off x="6311066" y="4829343"/>
              <a:ext cx="360000" cy="1055641"/>
              <a:chOff x="7425719" y="699230"/>
              <a:chExt cx="361708" cy="1114336"/>
            </a:xfrm>
          </p:grpSpPr>
          <p:sp>
            <p:nvSpPr>
              <p:cNvPr id="56" name="TextBox 55">
                <a:extLst>
                  <a:ext uri="{FF2B5EF4-FFF2-40B4-BE49-F238E27FC236}">
                    <a16:creationId xmlns:a16="http://schemas.microsoft.com/office/drawing/2014/main" id="{2016FEF0-2F5E-E7D8-CC99-D20002EF0D05}"/>
                  </a:ext>
                </a:extLst>
              </p:cNvPr>
              <p:cNvSpPr txBox="1"/>
              <p:nvPr/>
            </p:nvSpPr>
            <p:spPr>
              <a:xfrm>
                <a:off x="7425719" y="699230"/>
                <a:ext cx="361708" cy="233307"/>
              </a:xfrm>
              <a:prstGeom prst="rect">
                <a:avLst/>
              </a:prstGeom>
              <a:solidFill>
                <a:schemeClr val="accent1"/>
              </a:solidFill>
              <a:effectLst/>
            </p:spPr>
            <p:txBody>
              <a:bodyPr wrap="square" lIns="18000" tIns="18000" rIns="18000" bIns="18000" rtlCol="0" anchor="ctr">
                <a:spAutoFit/>
              </a:bodyPr>
              <a:lstStyle/>
              <a:p>
                <a:pPr algn="ctr"/>
                <a:r>
                  <a:rPr lang="en-US" sz="1200" dirty="0">
                    <a:solidFill>
                      <a:sysClr val="window" lastClr="FFFFFF"/>
                    </a:solidFill>
                  </a:rPr>
                  <a:t>+2</a:t>
                </a:r>
              </a:p>
            </p:txBody>
          </p:sp>
          <p:sp>
            <p:nvSpPr>
              <p:cNvPr id="57" name="TextBox 56">
                <a:extLst>
                  <a:ext uri="{FF2B5EF4-FFF2-40B4-BE49-F238E27FC236}">
                    <a16:creationId xmlns:a16="http://schemas.microsoft.com/office/drawing/2014/main" id="{F2BC5543-F003-79CF-56A2-8CB8FBC6B8B0}"/>
                  </a:ext>
                </a:extLst>
              </p:cNvPr>
              <p:cNvSpPr txBox="1"/>
              <p:nvPr/>
            </p:nvSpPr>
            <p:spPr>
              <a:xfrm>
                <a:off x="7425719" y="919486"/>
                <a:ext cx="361708" cy="233307"/>
              </a:xfrm>
              <a:prstGeom prst="rect">
                <a:avLst/>
              </a:prstGeom>
              <a:solidFill>
                <a:schemeClr val="accent1">
                  <a:lumMod val="60000"/>
                  <a:lumOff val="40000"/>
                </a:schemeClr>
              </a:solidFill>
              <a:effectLst/>
            </p:spPr>
            <p:txBody>
              <a:bodyPr wrap="square" lIns="18000" tIns="18000" rIns="18000" bIns="18000" rtlCol="0" anchor="ctr">
                <a:spAutoFit/>
              </a:bodyPr>
              <a:lstStyle/>
              <a:p>
                <a:pPr algn="ctr"/>
                <a:r>
                  <a:rPr lang="en-US" sz="1200" dirty="0">
                    <a:solidFill>
                      <a:sysClr val="window" lastClr="FFFFFF"/>
                    </a:solidFill>
                  </a:rPr>
                  <a:t>+1</a:t>
                </a:r>
              </a:p>
            </p:txBody>
          </p:sp>
          <p:sp>
            <p:nvSpPr>
              <p:cNvPr id="58" name="TextBox 57">
                <a:extLst>
                  <a:ext uri="{FF2B5EF4-FFF2-40B4-BE49-F238E27FC236}">
                    <a16:creationId xmlns:a16="http://schemas.microsoft.com/office/drawing/2014/main" id="{3B84B52A-64D2-3E95-BAB6-7BCBA33A6F14}"/>
                  </a:ext>
                </a:extLst>
              </p:cNvPr>
              <p:cNvSpPr txBox="1"/>
              <p:nvPr/>
            </p:nvSpPr>
            <p:spPr>
              <a:xfrm>
                <a:off x="7425719" y="1139743"/>
                <a:ext cx="361708" cy="233307"/>
              </a:xfrm>
              <a:prstGeom prst="rect">
                <a:avLst/>
              </a:prstGeom>
              <a:solidFill>
                <a:schemeClr val="accent2"/>
              </a:solidFill>
              <a:effectLst/>
            </p:spPr>
            <p:txBody>
              <a:bodyPr wrap="square" lIns="18000" tIns="18000" rIns="18000" bIns="18000" rtlCol="0" anchor="ctr">
                <a:spAutoFit/>
              </a:bodyPr>
              <a:lstStyle/>
              <a:p>
                <a:pPr algn="ctr"/>
                <a:r>
                  <a:rPr lang="en-US" sz="1200" dirty="0">
                    <a:solidFill>
                      <a:sysClr val="window" lastClr="FFFFFF"/>
                    </a:solidFill>
                  </a:rPr>
                  <a:t>−</a:t>
                </a:r>
              </a:p>
            </p:txBody>
          </p:sp>
          <p:sp>
            <p:nvSpPr>
              <p:cNvPr id="59" name="TextBox 58">
                <a:extLst>
                  <a:ext uri="{FF2B5EF4-FFF2-40B4-BE49-F238E27FC236}">
                    <a16:creationId xmlns:a16="http://schemas.microsoft.com/office/drawing/2014/main" id="{C05DC154-437E-E50F-1F64-31386CA952C3}"/>
                  </a:ext>
                </a:extLst>
              </p:cNvPr>
              <p:cNvSpPr txBox="1"/>
              <p:nvPr/>
            </p:nvSpPr>
            <p:spPr>
              <a:xfrm>
                <a:off x="7425719" y="1360000"/>
                <a:ext cx="361708" cy="233307"/>
              </a:xfrm>
              <a:prstGeom prst="rect">
                <a:avLst/>
              </a:prstGeom>
              <a:solidFill>
                <a:schemeClr val="accent3">
                  <a:lumMod val="60000"/>
                  <a:lumOff val="40000"/>
                </a:schemeClr>
              </a:solidFill>
              <a:effectLst/>
            </p:spPr>
            <p:txBody>
              <a:bodyPr wrap="square" lIns="18000" tIns="18000" rIns="18000" bIns="18000" rtlCol="0" anchor="ctr">
                <a:spAutoFit/>
              </a:bodyPr>
              <a:lstStyle/>
              <a:p>
                <a:pPr algn="ctr"/>
                <a:r>
                  <a:rPr lang="en-US" sz="1200" dirty="0">
                    <a:solidFill>
                      <a:sysClr val="window" lastClr="FFFFFF"/>
                    </a:solidFill>
                  </a:rPr>
                  <a:t>-1</a:t>
                </a:r>
              </a:p>
            </p:txBody>
          </p:sp>
          <p:sp>
            <p:nvSpPr>
              <p:cNvPr id="60" name="TextBox 59">
                <a:extLst>
                  <a:ext uri="{FF2B5EF4-FFF2-40B4-BE49-F238E27FC236}">
                    <a16:creationId xmlns:a16="http://schemas.microsoft.com/office/drawing/2014/main" id="{3B219B34-F67E-861B-4E12-8E089F1090CC}"/>
                  </a:ext>
                </a:extLst>
              </p:cNvPr>
              <p:cNvSpPr txBox="1"/>
              <p:nvPr/>
            </p:nvSpPr>
            <p:spPr>
              <a:xfrm>
                <a:off x="7425719" y="1580259"/>
                <a:ext cx="361708" cy="233307"/>
              </a:xfrm>
              <a:prstGeom prst="rect">
                <a:avLst/>
              </a:prstGeom>
              <a:solidFill>
                <a:schemeClr val="accent3"/>
              </a:solidFill>
              <a:effectLst/>
            </p:spPr>
            <p:txBody>
              <a:bodyPr wrap="square" lIns="18000" tIns="18000" rIns="18000" bIns="18000" rtlCol="0" anchor="ctr">
                <a:spAutoFit/>
              </a:bodyPr>
              <a:lstStyle/>
              <a:p>
                <a:pPr algn="ctr"/>
                <a:r>
                  <a:rPr lang="en-US" sz="1200" dirty="0">
                    <a:solidFill>
                      <a:sysClr val="window" lastClr="FFFFFF"/>
                    </a:solidFill>
                  </a:rPr>
                  <a:t>-2</a:t>
                </a:r>
              </a:p>
            </p:txBody>
          </p:sp>
        </p:grpSp>
        <p:grpSp>
          <p:nvGrpSpPr>
            <p:cNvPr id="68" name="Group 67">
              <a:extLst>
                <a:ext uri="{FF2B5EF4-FFF2-40B4-BE49-F238E27FC236}">
                  <a16:creationId xmlns:a16="http://schemas.microsoft.com/office/drawing/2014/main" id="{8E05C0E0-C964-C975-1EFB-3CCEB88780FE}"/>
                </a:ext>
              </a:extLst>
            </p:cNvPr>
            <p:cNvGrpSpPr>
              <a:grpSpLocks noChangeAspect="1"/>
            </p:cNvGrpSpPr>
            <p:nvPr/>
          </p:nvGrpSpPr>
          <p:grpSpPr>
            <a:xfrm>
              <a:off x="6306692" y="5463753"/>
              <a:ext cx="368749" cy="220762"/>
              <a:chOff x="6303844" y="2524031"/>
              <a:chExt cx="360796" cy="216000"/>
            </a:xfrm>
          </p:grpSpPr>
          <p:sp>
            <p:nvSpPr>
              <p:cNvPr id="69" name="Rectangle 68">
                <a:extLst>
                  <a:ext uri="{FF2B5EF4-FFF2-40B4-BE49-F238E27FC236}">
                    <a16:creationId xmlns:a16="http://schemas.microsoft.com/office/drawing/2014/main" id="{F620A7CF-EAE8-1893-4B32-1AF1D0C72865}"/>
                  </a:ext>
                </a:extLst>
              </p:cNvPr>
              <p:cNvSpPr/>
              <p:nvPr/>
            </p:nvSpPr>
            <p:spPr>
              <a:xfrm>
                <a:off x="6303844" y="2524031"/>
                <a:ext cx="360000" cy="216000"/>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0" name="Isosceles Triangle 69">
                <a:extLst>
                  <a:ext uri="{FF2B5EF4-FFF2-40B4-BE49-F238E27FC236}">
                    <a16:creationId xmlns:a16="http://schemas.microsoft.com/office/drawing/2014/main" id="{706E28B7-B9A1-2E70-2379-6233FC77E593}"/>
                  </a:ext>
                </a:extLst>
              </p:cNvPr>
              <p:cNvSpPr/>
              <p:nvPr/>
            </p:nvSpPr>
            <p:spPr>
              <a:xfrm rot="16200000">
                <a:off x="6618921" y="2609610"/>
                <a:ext cx="45719" cy="45719"/>
              </a:xfrm>
              <a:prstGeom prst="triangle">
                <a:avLst/>
              </a:prstGeom>
              <a:solidFill>
                <a:schemeClr val="accent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nvGrpSpPr>
          <p:cNvPr id="3" name="Group 2">
            <a:extLst>
              <a:ext uri="{FF2B5EF4-FFF2-40B4-BE49-F238E27FC236}">
                <a16:creationId xmlns:a16="http://schemas.microsoft.com/office/drawing/2014/main" id="{4FB32C91-F956-B407-0640-67230C28EC0A}"/>
              </a:ext>
            </a:extLst>
          </p:cNvPr>
          <p:cNvGrpSpPr/>
          <p:nvPr/>
        </p:nvGrpSpPr>
        <p:grpSpPr>
          <a:xfrm>
            <a:off x="6619928" y="1961020"/>
            <a:ext cx="368755" cy="1055641"/>
            <a:chOff x="6311988" y="2182682"/>
            <a:chExt cx="368755" cy="1055641"/>
          </a:xfrm>
        </p:grpSpPr>
        <p:grpSp>
          <p:nvGrpSpPr>
            <p:cNvPr id="61" name="Group 60">
              <a:extLst>
                <a:ext uri="{FF2B5EF4-FFF2-40B4-BE49-F238E27FC236}">
                  <a16:creationId xmlns:a16="http://schemas.microsoft.com/office/drawing/2014/main" id="{7AAF0B19-0C34-CE46-E3B3-2A2E48D61A5C}"/>
                </a:ext>
              </a:extLst>
            </p:cNvPr>
            <p:cNvGrpSpPr/>
            <p:nvPr/>
          </p:nvGrpSpPr>
          <p:grpSpPr>
            <a:xfrm>
              <a:off x="6316365" y="2182682"/>
              <a:ext cx="360000" cy="1055641"/>
              <a:chOff x="7425719" y="699230"/>
              <a:chExt cx="361708" cy="1114336"/>
            </a:xfrm>
          </p:grpSpPr>
          <p:sp>
            <p:nvSpPr>
              <p:cNvPr id="62" name="TextBox 61">
                <a:extLst>
                  <a:ext uri="{FF2B5EF4-FFF2-40B4-BE49-F238E27FC236}">
                    <a16:creationId xmlns:a16="http://schemas.microsoft.com/office/drawing/2014/main" id="{10A7FF9A-4683-1F01-8A79-B51B8FE17E38}"/>
                  </a:ext>
                </a:extLst>
              </p:cNvPr>
              <p:cNvSpPr txBox="1"/>
              <p:nvPr/>
            </p:nvSpPr>
            <p:spPr>
              <a:xfrm>
                <a:off x="7425719" y="699230"/>
                <a:ext cx="361708" cy="233307"/>
              </a:xfrm>
              <a:prstGeom prst="rect">
                <a:avLst/>
              </a:prstGeom>
              <a:solidFill>
                <a:schemeClr val="accent1"/>
              </a:solidFill>
              <a:effectLst/>
            </p:spPr>
            <p:txBody>
              <a:bodyPr wrap="square" lIns="18000" tIns="18000" rIns="18000" bIns="18000" rtlCol="0" anchor="ctr">
                <a:spAutoFit/>
              </a:bodyPr>
              <a:lstStyle/>
              <a:p>
                <a:pPr algn="ctr"/>
                <a:r>
                  <a:rPr lang="en-US" sz="1200" dirty="0">
                    <a:solidFill>
                      <a:sysClr val="window" lastClr="FFFFFF"/>
                    </a:solidFill>
                  </a:rPr>
                  <a:t>+2</a:t>
                </a:r>
              </a:p>
            </p:txBody>
          </p:sp>
          <p:sp>
            <p:nvSpPr>
              <p:cNvPr id="63" name="TextBox 62">
                <a:extLst>
                  <a:ext uri="{FF2B5EF4-FFF2-40B4-BE49-F238E27FC236}">
                    <a16:creationId xmlns:a16="http://schemas.microsoft.com/office/drawing/2014/main" id="{CF00F593-E260-0B29-7CC8-B2D174519766}"/>
                  </a:ext>
                </a:extLst>
              </p:cNvPr>
              <p:cNvSpPr txBox="1"/>
              <p:nvPr/>
            </p:nvSpPr>
            <p:spPr>
              <a:xfrm>
                <a:off x="7425719" y="919486"/>
                <a:ext cx="361708" cy="233307"/>
              </a:xfrm>
              <a:prstGeom prst="rect">
                <a:avLst/>
              </a:prstGeom>
              <a:solidFill>
                <a:schemeClr val="accent1">
                  <a:lumMod val="60000"/>
                  <a:lumOff val="40000"/>
                </a:schemeClr>
              </a:solidFill>
              <a:effectLst/>
            </p:spPr>
            <p:txBody>
              <a:bodyPr wrap="square" lIns="18000" tIns="18000" rIns="18000" bIns="18000" rtlCol="0" anchor="ctr">
                <a:spAutoFit/>
              </a:bodyPr>
              <a:lstStyle/>
              <a:p>
                <a:pPr algn="ctr"/>
                <a:r>
                  <a:rPr lang="en-US" sz="1200" dirty="0">
                    <a:solidFill>
                      <a:sysClr val="window" lastClr="FFFFFF"/>
                    </a:solidFill>
                  </a:rPr>
                  <a:t>+1</a:t>
                </a:r>
              </a:p>
            </p:txBody>
          </p:sp>
          <p:sp>
            <p:nvSpPr>
              <p:cNvPr id="64" name="TextBox 63">
                <a:extLst>
                  <a:ext uri="{FF2B5EF4-FFF2-40B4-BE49-F238E27FC236}">
                    <a16:creationId xmlns:a16="http://schemas.microsoft.com/office/drawing/2014/main" id="{CA82BD77-1E5C-835C-B37A-647AB519101B}"/>
                  </a:ext>
                </a:extLst>
              </p:cNvPr>
              <p:cNvSpPr txBox="1"/>
              <p:nvPr/>
            </p:nvSpPr>
            <p:spPr>
              <a:xfrm>
                <a:off x="7425719" y="1139743"/>
                <a:ext cx="361708" cy="233307"/>
              </a:xfrm>
              <a:prstGeom prst="rect">
                <a:avLst/>
              </a:prstGeom>
              <a:solidFill>
                <a:schemeClr val="accent2"/>
              </a:solidFill>
              <a:effectLst/>
            </p:spPr>
            <p:txBody>
              <a:bodyPr wrap="square" lIns="18000" tIns="18000" rIns="18000" bIns="18000" rtlCol="0" anchor="ctr">
                <a:spAutoFit/>
              </a:bodyPr>
              <a:lstStyle/>
              <a:p>
                <a:pPr algn="ctr"/>
                <a:r>
                  <a:rPr lang="en-US" sz="1200" dirty="0">
                    <a:solidFill>
                      <a:sysClr val="window" lastClr="FFFFFF"/>
                    </a:solidFill>
                  </a:rPr>
                  <a:t>−</a:t>
                </a:r>
              </a:p>
            </p:txBody>
          </p:sp>
          <p:sp>
            <p:nvSpPr>
              <p:cNvPr id="65" name="TextBox 64">
                <a:extLst>
                  <a:ext uri="{FF2B5EF4-FFF2-40B4-BE49-F238E27FC236}">
                    <a16:creationId xmlns:a16="http://schemas.microsoft.com/office/drawing/2014/main" id="{F76A9350-9CA5-44F4-7666-90B0AB435D81}"/>
                  </a:ext>
                </a:extLst>
              </p:cNvPr>
              <p:cNvSpPr txBox="1"/>
              <p:nvPr/>
            </p:nvSpPr>
            <p:spPr>
              <a:xfrm>
                <a:off x="7425719" y="1360000"/>
                <a:ext cx="361708" cy="233307"/>
              </a:xfrm>
              <a:prstGeom prst="rect">
                <a:avLst/>
              </a:prstGeom>
              <a:solidFill>
                <a:schemeClr val="accent3">
                  <a:lumMod val="60000"/>
                  <a:lumOff val="40000"/>
                </a:schemeClr>
              </a:solidFill>
              <a:effectLst/>
            </p:spPr>
            <p:txBody>
              <a:bodyPr wrap="square" lIns="18000" tIns="18000" rIns="18000" bIns="18000" rtlCol="0" anchor="ctr">
                <a:spAutoFit/>
              </a:bodyPr>
              <a:lstStyle/>
              <a:p>
                <a:pPr algn="ctr"/>
                <a:r>
                  <a:rPr lang="en-US" sz="1200" dirty="0">
                    <a:solidFill>
                      <a:sysClr val="window" lastClr="FFFFFF"/>
                    </a:solidFill>
                  </a:rPr>
                  <a:t>-1</a:t>
                </a:r>
              </a:p>
            </p:txBody>
          </p:sp>
          <p:sp>
            <p:nvSpPr>
              <p:cNvPr id="66" name="TextBox 65">
                <a:extLst>
                  <a:ext uri="{FF2B5EF4-FFF2-40B4-BE49-F238E27FC236}">
                    <a16:creationId xmlns:a16="http://schemas.microsoft.com/office/drawing/2014/main" id="{3CC7A579-3606-F966-D977-AEBBF81CD68D}"/>
                  </a:ext>
                </a:extLst>
              </p:cNvPr>
              <p:cNvSpPr txBox="1"/>
              <p:nvPr/>
            </p:nvSpPr>
            <p:spPr>
              <a:xfrm>
                <a:off x="7425719" y="1580259"/>
                <a:ext cx="361708" cy="233307"/>
              </a:xfrm>
              <a:prstGeom prst="rect">
                <a:avLst/>
              </a:prstGeom>
              <a:solidFill>
                <a:schemeClr val="accent3"/>
              </a:solidFill>
              <a:effectLst/>
            </p:spPr>
            <p:txBody>
              <a:bodyPr wrap="square" lIns="18000" tIns="18000" rIns="18000" bIns="18000" rtlCol="0" anchor="ctr">
                <a:spAutoFit/>
              </a:bodyPr>
              <a:lstStyle/>
              <a:p>
                <a:pPr algn="ctr"/>
                <a:r>
                  <a:rPr lang="en-US" sz="1200" dirty="0">
                    <a:solidFill>
                      <a:sysClr val="window" lastClr="FFFFFF"/>
                    </a:solidFill>
                  </a:rPr>
                  <a:t>-2</a:t>
                </a:r>
              </a:p>
            </p:txBody>
          </p:sp>
        </p:grpSp>
        <p:grpSp>
          <p:nvGrpSpPr>
            <p:cNvPr id="71" name="Group 70">
              <a:extLst>
                <a:ext uri="{FF2B5EF4-FFF2-40B4-BE49-F238E27FC236}">
                  <a16:creationId xmlns:a16="http://schemas.microsoft.com/office/drawing/2014/main" id="{A2CDE02E-A90B-E3BF-93BE-46F3380479F8}"/>
                </a:ext>
              </a:extLst>
            </p:cNvPr>
            <p:cNvGrpSpPr>
              <a:grpSpLocks noChangeAspect="1"/>
            </p:cNvGrpSpPr>
            <p:nvPr/>
          </p:nvGrpSpPr>
          <p:grpSpPr>
            <a:xfrm>
              <a:off x="6311988" y="2372996"/>
              <a:ext cx="368755" cy="220762"/>
              <a:chOff x="6303838" y="2524031"/>
              <a:chExt cx="360802" cy="216000"/>
            </a:xfrm>
          </p:grpSpPr>
          <p:sp>
            <p:nvSpPr>
              <p:cNvPr id="72" name="Rectangle 71">
                <a:extLst>
                  <a:ext uri="{FF2B5EF4-FFF2-40B4-BE49-F238E27FC236}">
                    <a16:creationId xmlns:a16="http://schemas.microsoft.com/office/drawing/2014/main" id="{B5300EC8-549D-B4A9-781D-B644F7BBF1C1}"/>
                  </a:ext>
                </a:extLst>
              </p:cNvPr>
              <p:cNvSpPr/>
              <p:nvPr/>
            </p:nvSpPr>
            <p:spPr>
              <a:xfrm>
                <a:off x="6303838" y="2524031"/>
                <a:ext cx="360000" cy="216000"/>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3" name="Isosceles Triangle 72">
                <a:extLst>
                  <a:ext uri="{FF2B5EF4-FFF2-40B4-BE49-F238E27FC236}">
                    <a16:creationId xmlns:a16="http://schemas.microsoft.com/office/drawing/2014/main" id="{C563A7B6-A18D-B81A-C668-5C7615211B5E}"/>
                  </a:ext>
                </a:extLst>
              </p:cNvPr>
              <p:cNvSpPr/>
              <p:nvPr/>
            </p:nvSpPr>
            <p:spPr>
              <a:xfrm rot="16200000">
                <a:off x="6618921" y="2609610"/>
                <a:ext cx="45719" cy="45719"/>
              </a:xfrm>
              <a:prstGeom prst="triangle">
                <a:avLst/>
              </a:prstGeom>
              <a:solidFill>
                <a:schemeClr val="accent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spTree>
    <p:extLst>
      <p:ext uri="{BB962C8B-B14F-4D97-AF65-F5344CB8AC3E}">
        <p14:creationId xmlns:p14="http://schemas.microsoft.com/office/powerpoint/2010/main" val="9351773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77DE5A-0E65-2650-C0FD-EC67BF9628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D80933-8D4D-0D87-395F-3077F4A4438B}"/>
              </a:ext>
            </a:extLst>
          </p:cNvPr>
          <p:cNvSpPr>
            <a:spLocks noGrp="1"/>
          </p:cNvSpPr>
          <p:nvPr>
            <p:ph type="title"/>
          </p:nvPr>
        </p:nvSpPr>
        <p:spPr/>
        <p:txBody>
          <a:bodyPr/>
          <a:lstStyle/>
          <a:p>
            <a:r>
              <a:rPr lang="en-US" dirty="0"/>
              <a:t>Data management comes to the fore as CSPs look for ways to drive revenue growth</a:t>
            </a:r>
          </a:p>
        </p:txBody>
      </p:sp>
    </p:spTree>
    <p:extLst>
      <p:ext uri="{BB962C8B-B14F-4D97-AF65-F5344CB8AC3E}">
        <p14:creationId xmlns:p14="http://schemas.microsoft.com/office/powerpoint/2010/main" val="42592376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46186C-C6D8-C317-3B1A-0554D852E4E3}"/>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C4D8884-6D9F-4CFD-3097-4E655E701D7E}"/>
              </a:ext>
            </a:extLst>
          </p:cNvPr>
          <p:cNvSpPr>
            <a:spLocks noGrp="1"/>
          </p:cNvSpPr>
          <p:nvPr>
            <p:ph sz="quarter" idx="10"/>
          </p:nvPr>
        </p:nvSpPr>
        <p:spPr/>
        <p:txBody>
          <a:bodyPr/>
          <a:lstStyle/>
          <a:p>
            <a:pPr marR="0"/>
            <a:r>
              <a:rPr lang="en-US" kern="100" dirty="0">
                <a:effectLst/>
                <a:latin typeface="Calibri" panose="020F0502020204030204" pitchFamily="34" charset="0"/>
                <a:ea typeface="Aptos" panose="020B0004020202020204" pitchFamily="34" charset="0"/>
                <a:cs typeface="Times New Roman" panose="02020603050405020304" pitchFamily="18" charset="0"/>
              </a:rPr>
              <a:t>To date, most AI use cases have focused on improving operational efficiency. What CSPs really need, however, is to boost the revenue side of the equation. They know that by combining network data with customer behavior, they can </a:t>
            </a:r>
            <a:r>
              <a:rPr lang="en-US" kern="100" dirty="0">
                <a:latin typeface="Calibri" panose="020F0502020204030204" pitchFamily="34" charset="0"/>
                <a:ea typeface="Aptos" panose="020B0004020202020204" pitchFamily="34" charset="0"/>
                <a:cs typeface="Times New Roman" panose="02020603050405020304" pitchFamily="18" charset="0"/>
              </a:rPr>
              <a:t>obtain </a:t>
            </a:r>
            <a:r>
              <a:rPr lang="en-US" kern="100" dirty="0">
                <a:effectLst/>
                <a:latin typeface="Calibri" panose="020F0502020204030204" pitchFamily="34" charset="0"/>
                <a:ea typeface="Aptos" panose="020B0004020202020204" pitchFamily="34" charset="0"/>
                <a:cs typeface="Times New Roman" panose="02020603050405020304" pitchFamily="18" charset="0"/>
              </a:rPr>
              <a:t>valuable insights that over-the-top (OTT) and </a:t>
            </a:r>
            <a:r>
              <a:rPr lang="en-US" kern="100" dirty="0" err="1">
                <a:effectLst/>
                <a:latin typeface="Calibri" panose="020F0502020204030204" pitchFamily="34" charset="0"/>
                <a:ea typeface="Aptos" panose="020B0004020202020204" pitchFamily="34" charset="0"/>
                <a:cs typeface="Times New Roman" panose="02020603050405020304" pitchFamily="18" charset="0"/>
              </a:rPr>
              <a:t>hyperscaler</a:t>
            </a:r>
            <a:r>
              <a:rPr lang="en-US" kern="100" dirty="0">
                <a:effectLst/>
                <a:latin typeface="Calibri" panose="020F0502020204030204" pitchFamily="34" charset="0"/>
                <a:ea typeface="Aptos" panose="020B0004020202020204" pitchFamily="34" charset="0"/>
                <a:cs typeface="Times New Roman" panose="02020603050405020304" pitchFamily="18" charset="0"/>
              </a:rPr>
              <a:t> competitors cannot replicate, which is a much-needed competitive advantage.</a:t>
            </a:r>
          </a:p>
          <a:p>
            <a:pPr marR="0"/>
            <a:r>
              <a:rPr lang="en-US" kern="100" dirty="0">
                <a:effectLst/>
                <a:latin typeface="Calibri" panose="020F0502020204030204" pitchFamily="34" charset="0"/>
                <a:ea typeface="Aptos" panose="020B0004020202020204" pitchFamily="34" charset="0"/>
                <a:cs typeface="Times New Roman" panose="02020603050405020304" pitchFamily="18" charset="0"/>
              </a:rPr>
              <a:t>However, before that can happen, they must ensure that the data is of high quality. In network analytics systems, data mediation converts the data collected from various sources into a format that can be understood by the consumers of this data. All nonrelevant data is filtered out, and the what remains is enriched with additional information. The data is complete and not duplicated. It must then be normalized, meaning it must be converted into a single consistent </a:t>
            </a:r>
            <a:r>
              <a:rPr lang="en-US" kern="100" dirty="0">
                <a:latin typeface="Calibri" panose="020F0502020204030204" pitchFamily="34" charset="0"/>
                <a:cs typeface="Times New Roman" panose="02020603050405020304" pitchFamily="18" charset="0"/>
              </a:rPr>
              <a:t>format</a:t>
            </a:r>
            <a:r>
              <a:rPr lang="en-US" kern="100" dirty="0">
                <a:effectLst/>
                <a:latin typeface="Calibri" panose="020F0502020204030204" pitchFamily="34" charset="0"/>
                <a:ea typeface="Aptos" panose="020B0004020202020204" pitchFamily="34" charset="0"/>
                <a:cs typeface="Times New Roman" panose="02020603050405020304" pitchFamily="18" charset="0"/>
              </a:rPr>
              <a:t>. </a:t>
            </a:r>
          </a:p>
          <a:p>
            <a:r>
              <a:rPr lang="en-US" dirty="0"/>
              <a:t>CSPs face considerable challenges in standardizing and cleansing data, given the vast amounts, complexity, and disparate ownership of the data they have. Because so much of that data resides in siloes across the organization, even knowing that data exists can also present a challenge. </a:t>
            </a:r>
          </a:p>
          <a:p>
            <a:r>
              <a:rPr lang="en-US" dirty="0"/>
              <a:t>Ongoing data governance is critical to ensure quality results from AI tools and to maintain compliance with AI regulations on privacy and data sovereignty.</a:t>
            </a:r>
          </a:p>
          <a:p>
            <a:pPr marR="0"/>
            <a:r>
              <a:rPr lang="en-US" kern="100" dirty="0">
                <a:effectLst/>
                <a:latin typeface="Calibri" panose="020F0502020204030204" pitchFamily="34" charset="0"/>
                <a:ea typeface="Aptos" panose="020B0004020202020204" pitchFamily="34" charset="0"/>
                <a:cs typeface="Times New Roman" panose="02020603050405020304" pitchFamily="18" charset="0"/>
              </a:rPr>
              <a:t>As seen on the next slide, Omdia’s research reveals that CSPs are well aware of these challenges.</a:t>
            </a:r>
          </a:p>
        </p:txBody>
      </p:sp>
      <p:sp>
        <p:nvSpPr>
          <p:cNvPr id="3" name="Title 2">
            <a:extLst>
              <a:ext uri="{FF2B5EF4-FFF2-40B4-BE49-F238E27FC236}">
                <a16:creationId xmlns:a16="http://schemas.microsoft.com/office/drawing/2014/main" id="{87BDBB51-4AFF-90DD-6CC3-CBEF87C7E12E}"/>
              </a:ext>
            </a:extLst>
          </p:cNvPr>
          <p:cNvSpPr>
            <a:spLocks noGrp="1"/>
          </p:cNvSpPr>
          <p:nvPr>
            <p:ph type="title"/>
          </p:nvPr>
        </p:nvSpPr>
        <p:spPr/>
        <p:txBody>
          <a:bodyPr/>
          <a:lstStyle/>
          <a:p>
            <a:r>
              <a:rPr lang="en-US" dirty="0"/>
              <a:t>Data management will be key to unlocking the value of network and customer data</a:t>
            </a:r>
          </a:p>
        </p:txBody>
      </p:sp>
    </p:spTree>
    <p:extLst>
      <p:ext uri="{BB962C8B-B14F-4D97-AF65-F5344CB8AC3E}">
        <p14:creationId xmlns:p14="http://schemas.microsoft.com/office/powerpoint/2010/main" val="14751960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FA4DFEC-8A7A-F1F8-D58F-B9144AD5046A}"/>
              </a:ext>
            </a:extLst>
          </p:cNvPr>
          <p:cNvSpPr>
            <a:spLocks noGrp="1"/>
          </p:cNvSpPr>
          <p:nvPr>
            <p:ph type="title"/>
          </p:nvPr>
        </p:nvSpPr>
        <p:spPr/>
        <p:txBody>
          <a:bodyPr/>
          <a:lstStyle/>
          <a:p>
            <a:r>
              <a:rPr lang="en-US" dirty="0"/>
              <a:t>How challenging are the following aspects of data management?</a:t>
            </a:r>
          </a:p>
        </p:txBody>
      </p:sp>
      <p:pic>
        <p:nvPicPr>
          <p:cNvPr id="9" name="Content Placeholder 8">
            <a:extLst>
              <a:ext uri="{FF2B5EF4-FFF2-40B4-BE49-F238E27FC236}">
                <a16:creationId xmlns:a16="http://schemas.microsoft.com/office/drawing/2014/main" id="{984B96EB-D223-C84D-0A5E-AA1B579CFAFF}"/>
              </a:ext>
            </a:extLst>
          </p:cNvPr>
          <p:cNvPicPr>
            <a:picLocks noGrp="1" noChangeAspect="1"/>
          </p:cNvPicPr>
          <p:nvPr>
            <p:ph sz="quarter" idx="10"/>
          </p:nvPr>
        </p:nvPicPr>
        <p:blipFill>
          <a:blip r:embed="rId2"/>
          <a:stretch>
            <a:fillRect/>
          </a:stretch>
        </p:blipFill>
        <p:spPr>
          <a:xfrm>
            <a:off x="347663" y="1420034"/>
            <a:ext cx="11480800" cy="4570382"/>
          </a:xfrm>
          <a:prstGeom prst="rect">
            <a:avLst/>
          </a:prstGeom>
        </p:spPr>
      </p:pic>
    </p:spTree>
    <p:extLst>
      <p:ext uri="{BB962C8B-B14F-4D97-AF65-F5344CB8AC3E}">
        <p14:creationId xmlns:p14="http://schemas.microsoft.com/office/powerpoint/2010/main" val="30571820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8C77AA-6166-6300-FCEA-0C622BE4D804}"/>
            </a:ext>
          </a:extLst>
        </p:cNvPr>
        <p:cNvGrpSpPr/>
        <p:nvPr/>
      </p:nvGrpSpPr>
      <p:grpSpPr>
        <a:xfrm>
          <a:off x="0" y="0"/>
          <a:ext cx="0" cy="0"/>
          <a:chOff x="0" y="0"/>
          <a:chExt cx="0" cy="0"/>
        </a:xfrm>
      </p:grpSpPr>
      <p:graphicFrame>
        <p:nvGraphicFramePr>
          <p:cNvPr id="48" name="Table 47">
            <a:extLst>
              <a:ext uri="{FF2B5EF4-FFF2-40B4-BE49-F238E27FC236}">
                <a16:creationId xmlns:a16="http://schemas.microsoft.com/office/drawing/2014/main" id="{ECACB6B4-5D17-A874-71CE-E5113FD483E4}"/>
              </a:ext>
            </a:extLst>
          </p:cNvPr>
          <p:cNvGraphicFramePr>
            <a:graphicFrameLocks noGrp="1"/>
          </p:cNvGraphicFramePr>
          <p:nvPr>
            <p:extLst>
              <p:ext uri="{D42A27DB-BD31-4B8C-83A1-F6EECF244321}">
                <p14:modId xmlns:p14="http://schemas.microsoft.com/office/powerpoint/2010/main" val="3777717336"/>
              </p:ext>
            </p:extLst>
          </p:nvPr>
        </p:nvGraphicFramePr>
        <p:xfrm>
          <a:off x="348314" y="1419907"/>
          <a:ext cx="11486625" cy="4530000"/>
        </p:xfrm>
        <a:graphic>
          <a:graphicData uri="http://schemas.openxmlformats.org/drawingml/2006/table">
            <a:tbl>
              <a:tblPr firstRow="1" bandRow="1">
                <a:tableStyleId>{D51ADE6A-740E-44AE-83CC-AE7238B6C88D}</a:tableStyleId>
              </a:tblPr>
              <a:tblGrid>
                <a:gridCol w="1008000">
                  <a:extLst>
                    <a:ext uri="{9D8B030D-6E8A-4147-A177-3AD203B41FA5}">
                      <a16:colId xmlns:a16="http://schemas.microsoft.com/office/drawing/2014/main" val="3312128611"/>
                    </a:ext>
                  </a:extLst>
                </a:gridCol>
                <a:gridCol w="4600575">
                  <a:extLst>
                    <a:ext uri="{9D8B030D-6E8A-4147-A177-3AD203B41FA5}">
                      <a16:colId xmlns:a16="http://schemas.microsoft.com/office/drawing/2014/main" val="1979855668"/>
                    </a:ext>
                  </a:extLst>
                </a:gridCol>
                <a:gridCol w="1162050">
                  <a:extLst>
                    <a:ext uri="{9D8B030D-6E8A-4147-A177-3AD203B41FA5}">
                      <a16:colId xmlns:a16="http://schemas.microsoft.com/office/drawing/2014/main" val="1853831791"/>
                    </a:ext>
                  </a:extLst>
                </a:gridCol>
                <a:gridCol w="4716000">
                  <a:extLst>
                    <a:ext uri="{9D8B030D-6E8A-4147-A177-3AD203B41FA5}">
                      <a16:colId xmlns:a16="http://schemas.microsoft.com/office/drawing/2014/main" val="726019331"/>
                    </a:ext>
                  </a:extLst>
                </a:gridCol>
              </a:tblGrid>
              <a:tr h="432000">
                <a:tc>
                  <a:txBody>
                    <a:bodyPr/>
                    <a:lstStyle/>
                    <a:p>
                      <a:pPr algn="l"/>
                      <a:r>
                        <a:rPr lang="en-US" sz="1400" noProof="0" dirty="0"/>
                        <a:t>Player type</a:t>
                      </a:r>
                    </a:p>
                  </a:txBody>
                  <a:tcPr/>
                </a:tc>
                <a:tc>
                  <a:txBody>
                    <a:bodyPr/>
                    <a:lstStyle/>
                    <a:p>
                      <a:pPr algn="l"/>
                      <a:r>
                        <a:rPr lang="en-US" sz="1400" noProof="0" dirty="0"/>
                        <a:t>What will the impact be?</a:t>
                      </a:r>
                    </a:p>
                  </a:txBody>
                  <a:tcPr/>
                </a:tc>
                <a:tc>
                  <a:txBody>
                    <a:bodyPr/>
                    <a:lstStyle/>
                    <a:p>
                      <a:pPr algn="ctr"/>
                      <a:r>
                        <a:rPr lang="en-US" sz="1400" noProof="0" dirty="0"/>
                        <a:t>Impact rating</a:t>
                      </a:r>
                    </a:p>
                  </a:txBody>
                  <a:tcPr/>
                </a:tc>
                <a:tc>
                  <a:txBody>
                    <a:bodyPr/>
                    <a:lstStyle/>
                    <a:p>
                      <a:pPr algn="l"/>
                      <a:r>
                        <a:rPr lang="en-US" sz="1400" noProof="0" dirty="0"/>
                        <a:t>How should players respond?</a:t>
                      </a:r>
                    </a:p>
                  </a:txBody>
                  <a:tcPr/>
                </a:tc>
                <a:extLst>
                  <a:ext uri="{0D108BD9-81ED-4DB2-BD59-A6C34878D82A}">
                    <a16:rowId xmlns:a16="http://schemas.microsoft.com/office/drawing/2014/main" val="194492075"/>
                  </a:ext>
                </a:extLst>
              </a:tr>
              <a:tr h="1115173">
                <a:tc>
                  <a:txBody>
                    <a:bodyPr/>
                    <a:lstStyle/>
                    <a:p>
                      <a:r>
                        <a:rPr lang="en-US" sz="1400" noProof="0" dirty="0"/>
                        <a:t>Service providers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kern="1200" noProof="0" dirty="0"/>
                        <a:t>Omdia expects the impact to be uneven. The early adopters that have already cleansed and standardized their data and established strong data governance processes will be in a better position, although getting widespread organizational buy-in to share data is not automatically guaranteed. Those CSPs with C-level support for data-sharing initiatives will see benefits soonest. Those that have not laid a solid data foundation will not be able to take advantage of the most promising revenue-generating use cases. </a:t>
                      </a:r>
                      <a:endParaRPr lang="en-US" sz="1400" kern="1200" noProof="0" dirty="0">
                        <a:cs typeface="Calibri"/>
                      </a:endParaRPr>
                    </a:p>
                  </a:txBody>
                  <a:tcPr/>
                </a:tc>
                <a:tc>
                  <a:txBody>
                    <a:bodyPr/>
                    <a:lstStyle/>
                    <a:p>
                      <a:endParaRPr lang="en-US" sz="1400" noProof="0" dirty="0"/>
                    </a:p>
                  </a:txBody>
                  <a:tcPr/>
                </a:tc>
                <a:tc>
                  <a:txBody>
                    <a:bodyPr/>
                    <a:lstStyle/>
                    <a:p>
                      <a:r>
                        <a:rPr lang="en-US" sz="1400" noProof="0" dirty="0"/>
                        <a:t>Getting the data into top shape should be job number one. Regardless of the condition of their data estates, however, all CSPs should start the conversations necessary to get support for data sharing across various groups within the organization. Building trust will take time, so the sooner this process starts, the better.</a:t>
                      </a:r>
                    </a:p>
                  </a:txBody>
                  <a:tcPr/>
                </a:tc>
                <a:extLst>
                  <a:ext uri="{0D108BD9-81ED-4DB2-BD59-A6C34878D82A}">
                    <a16:rowId xmlns:a16="http://schemas.microsoft.com/office/drawing/2014/main" val="1699817319"/>
                  </a:ext>
                </a:extLst>
              </a:tr>
              <a:tr h="1115173">
                <a:tc>
                  <a:txBody>
                    <a:bodyPr/>
                    <a:lstStyle/>
                    <a:p>
                      <a:r>
                        <a:rPr lang="en-US" sz="1400" noProof="0" dirty="0"/>
                        <a:t>Vendors</a:t>
                      </a:r>
                    </a:p>
                  </a:txBody>
                  <a:tcPr>
                    <a:lnB w="6350" cap="flat">
                      <a:noFill/>
                      <a:prstDash val="solid"/>
                      <a:miter lim="400000"/>
                    </a:lnB>
                  </a:tcPr>
                </a:tc>
                <a:tc>
                  <a:txBody>
                    <a:bodyPr/>
                    <a:lstStyle/>
                    <a:p>
                      <a:r>
                        <a:rPr lang="en-US" sz="1400" noProof="0" dirty="0"/>
                        <a:t>Vendors have an opportunity to help their CSP customers get their data estates in order. The easier vendors can make it for CSPs to discover, cleanse, standardize, and manage their data over time, the more valuable the data is, and the more valuable the vendor’s solution will be. There could be a negative impact on vendors whose products are not cloud-enabled, because CSPs will store and manage their data on a public or private cloud.</a:t>
                      </a:r>
                    </a:p>
                  </a:txBody>
                  <a:tcPr>
                    <a:lnB w="6350" cap="flat">
                      <a:noFill/>
                      <a:prstDash val="solid"/>
                      <a:miter lim="400000"/>
                    </a:lnB>
                  </a:tcPr>
                </a:tc>
                <a:tc>
                  <a:txBody>
                    <a:bodyPr/>
                    <a:lstStyle/>
                    <a:p>
                      <a:endParaRPr lang="en-US" sz="1400" noProof="0" dirty="0"/>
                    </a:p>
                  </a:txBody>
                  <a:tcPr>
                    <a:lnB w="6350" cap="flat">
                      <a:noFill/>
                      <a:prstDash val="solid"/>
                      <a:miter lim="400000"/>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noProof="0" dirty="0"/>
                        <a:t>Vendors should build tools into their products to help CSPs easily manage their data in cloud environments, from ingestion through to processing. Visualization capabilities should be provided so that people outside the networks team can engage with unfamiliar network data in combination with customer and other business-related data.</a:t>
                      </a:r>
                      <a:endParaRPr lang="en-US" sz="1400" kern="1200" noProof="0" dirty="0">
                        <a:cs typeface="Calibri"/>
                      </a:endParaRPr>
                    </a:p>
                  </a:txBody>
                  <a:tcPr>
                    <a:lnB w="6350" cap="flat">
                      <a:noFill/>
                      <a:prstDash val="solid"/>
                      <a:miter lim="400000"/>
                    </a:lnB>
                  </a:tcPr>
                </a:tc>
                <a:extLst>
                  <a:ext uri="{0D108BD9-81ED-4DB2-BD59-A6C34878D82A}">
                    <a16:rowId xmlns:a16="http://schemas.microsoft.com/office/drawing/2014/main" val="1081662344"/>
                  </a:ext>
                </a:extLst>
              </a:tr>
              <a:tr h="288000">
                <a:tc>
                  <a:txBody>
                    <a:bodyPr/>
                    <a:lstStyle/>
                    <a:p>
                      <a:r>
                        <a:rPr lang="en-US" sz="800" noProof="0" dirty="0"/>
                        <a:t>Source: Omdia</a:t>
                      </a:r>
                    </a:p>
                  </a:txBody>
                  <a:tcPr>
                    <a:lnL w="6350" cap="flat">
                      <a:noFill/>
                      <a:prstDash val="solid"/>
                      <a:round/>
                    </a:lnL>
                    <a:lnR w="0" cap="flat">
                      <a:noFill/>
                      <a:prstDash val="solid"/>
                      <a:round/>
                    </a:lnR>
                    <a:lnT w="6350" cap="flat">
                      <a:noFill/>
                      <a:prstDash val="solid"/>
                      <a:miter lim="400000"/>
                    </a:lnT>
                    <a:lnB w="6350" cap="flat">
                      <a:noFill/>
                      <a:prstDash val="solid"/>
                      <a:miter lim="400000"/>
                    </a:lnB>
                    <a:lnTlToBr w="12700" cmpd="sng">
                      <a:noFill/>
                      <a:prstDash val="solid"/>
                    </a:lnTlToBr>
                    <a:lnBlToTr w="12700" cmpd="sng">
                      <a:noFill/>
                      <a:prstDash val="solid"/>
                    </a:lnBlToTr>
                    <a:noFill/>
                  </a:tcPr>
                </a:tc>
                <a:tc>
                  <a:txBody>
                    <a:bodyPr/>
                    <a:lstStyle/>
                    <a:p>
                      <a:endParaRPr lang="en-US" sz="800" noProof="0" dirty="0"/>
                    </a:p>
                  </a:txBody>
                  <a:tcPr>
                    <a:lnL w="0" cap="flat">
                      <a:noFill/>
                      <a:prstDash val="solid"/>
                      <a:round/>
                    </a:lnL>
                    <a:lnR w="0" cap="flat">
                      <a:noFill/>
                      <a:prstDash val="solid"/>
                      <a:round/>
                    </a:lnR>
                    <a:lnT w="6350" cap="flat">
                      <a:noFill/>
                      <a:prstDash val="solid"/>
                      <a:miter lim="400000"/>
                    </a:lnT>
                    <a:lnB w="6350" cap="flat">
                      <a:noFill/>
                      <a:prstDash val="solid"/>
                      <a:miter lim="400000"/>
                    </a:lnB>
                    <a:lnTlToBr w="12700" cmpd="sng">
                      <a:noFill/>
                      <a:prstDash val="solid"/>
                    </a:lnTlToBr>
                    <a:lnBlToTr w="12700" cmpd="sng">
                      <a:noFill/>
                      <a:prstDash val="solid"/>
                    </a:lnBlToTr>
                    <a:noFill/>
                  </a:tcPr>
                </a:tc>
                <a:tc>
                  <a:txBody>
                    <a:bodyPr/>
                    <a:lstStyle/>
                    <a:p>
                      <a:endParaRPr lang="en-US" sz="800" noProof="0" dirty="0"/>
                    </a:p>
                  </a:txBody>
                  <a:tcPr>
                    <a:lnL w="0" cap="flat">
                      <a:noFill/>
                      <a:prstDash val="solid"/>
                      <a:round/>
                    </a:lnL>
                    <a:lnR w="0" cap="flat">
                      <a:noFill/>
                      <a:prstDash val="solid"/>
                      <a:round/>
                    </a:lnR>
                    <a:lnT w="6350" cap="flat">
                      <a:noFill/>
                      <a:prstDash val="solid"/>
                      <a:miter lim="400000"/>
                    </a:lnT>
                    <a:lnB w="6350" cap="flat">
                      <a:noFill/>
                      <a:prstDash val="solid"/>
                      <a:miter lim="400000"/>
                    </a:lnB>
                    <a:lnTlToBr w="12700" cmpd="sng">
                      <a:noFill/>
                      <a:prstDash val="solid"/>
                    </a:lnTlToBr>
                    <a:lnBlToTr w="12700" cmpd="sng">
                      <a:noFill/>
                      <a:prstDash val="solid"/>
                    </a:lnBlToTr>
                    <a:no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800" kern="1200" noProof="0" dirty="0">
                          <a:cs typeface="Calibri"/>
                        </a:rPr>
                        <a:t>© 2024 Omdia</a:t>
                      </a:r>
                    </a:p>
                  </a:txBody>
                  <a:tcPr>
                    <a:lnL w="0" cap="flat">
                      <a:noFill/>
                      <a:prstDash val="solid"/>
                      <a:round/>
                    </a:lnL>
                    <a:lnR w="6350" cap="flat">
                      <a:noFill/>
                      <a:prstDash val="solid"/>
                      <a:round/>
                    </a:lnR>
                    <a:lnT w="6350" cap="flat">
                      <a:noFill/>
                      <a:prstDash val="solid"/>
                      <a:miter lim="400000"/>
                    </a:lnT>
                    <a:lnB w="6350" cap="flat">
                      <a:noFill/>
                      <a:prstDash val="solid"/>
                      <a:miter lim="400000"/>
                    </a:lnB>
                    <a:lnTlToBr w="12700" cmpd="sng">
                      <a:noFill/>
                      <a:prstDash val="solid"/>
                    </a:lnTlToBr>
                    <a:lnBlToTr w="12700" cmpd="sng">
                      <a:noFill/>
                      <a:prstDash val="solid"/>
                    </a:lnBlToTr>
                    <a:noFill/>
                  </a:tcPr>
                </a:tc>
                <a:extLst>
                  <a:ext uri="{0D108BD9-81ED-4DB2-BD59-A6C34878D82A}">
                    <a16:rowId xmlns:a16="http://schemas.microsoft.com/office/drawing/2014/main" val="216962712"/>
                  </a:ext>
                </a:extLst>
              </a:tr>
            </a:tbl>
          </a:graphicData>
        </a:graphic>
      </p:graphicFrame>
      <p:sp>
        <p:nvSpPr>
          <p:cNvPr id="5" name="Title 4">
            <a:extLst>
              <a:ext uri="{FF2B5EF4-FFF2-40B4-BE49-F238E27FC236}">
                <a16:creationId xmlns:a16="http://schemas.microsoft.com/office/drawing/2014/main" id="{30C9722B-06F0-EC85-C5B3-28053E4E1F42}"/>
              </a:ext>
            </a:extLst>
          </p:cNvPr>
          <p:cNvSpPr>
            <a:spLocks noGrp="1"/>
          </p:cNvSpPr>
          <p:nvPr>
            <p:ph type="title"/>
          </p:nvPr>
        </p:nvSpPr>
        <p:spPr>
          <a:xfrm>
            <a:off x="348314" y="476250"/>
            <a:ext cx="11480800" cy="684214"/>
          </a:xfrm>
        </p:spPr>
        <p:txBody>
          <a:bodyPr/>
          <a:lstStyle/>
          <a:p>
            <a:r>
              <a:rPr lang="en-US" dirty="0"/>
              <a:t>CSPs will struggle to use data to drive revenue growth</a:t>
            </a:r>
          </a:p>
        </p:txBody>
      </p:sp>
      <p:grpSp>
        <p:nvGrpSpPr>
          <p:cNvPr id="4" name="Group 3">
            <a:extLst>
              <a:ext uri="{FF2B5EF4-FFF2-40B4-BE49-F238E27FC236}">
                <a16:creationId xmlns:a16="http://schemas.microsoft.com/office/drawing/2014/main" id="{4C5EFE36-82EA-6FE8-6505-DC6D411C1880}"/>
              </a:ext>
            </a:extLst>
          </p:cNvPr>
          <p:cNvGrpSpPr/>
          <p:nvPr/>
        </p:nvGrpSpPr>
        <p:grpSpPr>
          <a:xfrm>
            <a:off x="6409350" y="4000706"/>
            <a:ext cx="369778" cy="1055641"/>
            <a:chOff x="6306177" y="4407364"/>
            <a:chExt cx="369778" cy="1055641"/>
          </a:xfrm>
        </p:grpSpPr>
        <p:grpSp>
          <p:nvGrpSpPr>
            <p:cNvPr id="55" name="Group 54">
              <a:extLst>
                <a:ext uri="{FF2B5EF4-FFF2-40B4-BE49-F238E27FC236}">
                  <a16:creationId xmlns:a16="http://schemas.microsoft.com/office/drawing/2014/main" id="{58B6EED3-EF7F-9665-9D81-D54B6FDFD756}"/>
                </a:ext>
              </a:extLst>
            </p:cNvPr>
            <p:cNvGrpSpPr/>
            <p:nvPr/>
          </p:nvGrpSpPr>
          <p:grpSpPr>
            <a:xfrm>
              <a:off x="6315955" y="4407364"/>
              <a:ext cx="360000" cy="1055641"/>
              <a:chOff x="7425719" y="699230"/>
              <a:chExt cx="361708" cy="1114336"/>
            </a:xfrm>
          </p:grpSpPr>
          <p:sp>
            <p:nvSpPr>
              <p:cNvPr id="56" name="TextBox 55">
                <a:extLst>
                  <a:ext uri="{FF2B5EF4-FFF2-40B4-BE49-F238E27FC236}">
                    <a16:creationId xmlns:a16="http://schemas.microsoft.com/office/drawing/2014/main" id="{4A8099DA-ED81-870E-F9CE-755A4FBDB606}"/>
                  </a:ext>
                </a:extLst>
              </p:cNvPr>
              <p:cNvSpPr txBox="1"/>
              <p:nvPr/>
            </p:nvSpPr>
            <p:spPr>
              <a:xfrm>
                <a:off x="7425719" y="699230"/>
                <a:ext cx="361708" cy="233307"/>
              </a:xfrm>
              <a:prstGeom prst="rect">
                <a:avLst/>
              </a:prstGeom>
              <a:solidFill>
                <a:schemeClr val="accent1"/>
              </a:solidFill>
              <a:effectLst/>
            </p:spPr>
            <p:txBody>
              <a:bodyPr wrap="square" lIns="18000" tIns="18000" rIns="18000" bIns="18000" rtlCol="0" anchor="ctr">
                <a:spAutoFit/>
              </a:bodyPr>
              <a:lstStyle/>
              <a:p>
                <a:pPr algn="ctr"/>
                <a:r>
                  <a:rPr lang="en-US" sz="1200" dirty="0">
                    <a:solidFill>
                      <a:sysClr val="window" lastClr="FFFFFF"/>
                    </a:solidFill>
                  </a:rPr>
                  <a:t>+2</a:t>
                </a:r>
              </a:p>
            </p:txBody>
          </p:sp>
          <p:sp>
            <p:nvSpPr>
              <p:cNvPr id="57" name="TextBox 56">
                <a:extLst>
                  <a:ext uri="{FF2B5EF4-FFF2-40B4-BE49-F238E27FC236}">
                    <a16:creationId xmlns:a16="http://schemas.microsoft.com/office/drawing/2014/main" id="{7C156487-DE38-520E-0F6A-5120B34F3DF3}"/>
                  </a:ext>
                </a:extLst>
              </p:cNvPr>
              <p:cNvSpPr txBox="1"/>
              <p:nvPr/>
            </p:nvSpPr>
            <p:spPr>
              <a:xfrm>
                <a:off x="7425719" y="919486"/>
                <a:ext cx="361708" cy="233307"/>
              </a:xfrm>
              <a:prstGeom prst="rect">
                <a:avLst/>
              </a:prstGeom>
              <a:solidFill>
                <a:schemeClr val="accent1">
                  <a:lumMod val="60000"/>
                  <a:lumOff val="40000"/>
                </a:schemeClr>
              </a:solidFill>
              <a:effectLst/>
            </p:spPr>
            <p:txBody>
              <a:bodyPr wrap="square" lIns="18000" tIns="18000" rIns="18000" bIns="18000" rtlCol="0" anchor="ctr">
                <a:spAutoFit/>
              </a:bodyPr>
              <a:lstStyle/>
              <a:p>
                <a:pPr algn="ctr"/>
                <a:r>
                  <a:rPr lang="en-US" sz="1200" dirty="0">
                    <a:solidFill>
                      <a:sysClr val="window" lastClr="FFFFFF"/>
                    </a:solidFill>
                  </a:rPr>
                  <a:t>+1</a:t>
                </a:r>
              </a:p>
            </p:txBody>
          </p:sp>
          <p:sp>
            <p:nvSpPr>
              <p:cNvPr id="58" name="TextBox 57">
                <a:extLst>
                  <a:ext uri="{FF2B5EF4-FFF2-40B4-BE49-F238E27FC236}">
                    <a16:creationId xmlns:a16="http://schemas.microsoft.com/office/drawing/2014/main" id="{11592C33-CBF2-6D03-CF2A-1B067466D251}"/>
                  </a:ext>
                </a:extLst>
              </p:cNvPr>
              <p:cNvSpPr txBox="1"/>
              <p:nvPr/>
            </p:nvSpPr>
            <p:spPr>
              <a:xfrm>
                <a:off x="7425719" y="1139743"/>
                <a:ext cx="361708" cy="233307"/>
              </a:xfrm>
              <a:prstGeom prst="rect">
                <a:avLst/>
              </a:prstGeom>
              <a:solidFill>
                <a:schemeClr val="accent2"/>
              </a:solidFill>
              <a:effectLst/>
            </p:spPr>
            <p:txBody>
              <a:bodyPr wrap="square" lIns="18000" tIns="18000" rIns="18000" bIns="18000" rtlCol="0" anchor="ctr">
                <a:spAutoFit/>
              </a:bodyPr>
              <a:lstStyle/>
              <a:p>
                <a:pPr algn="ctr"/>
                <a:r>
                  <a:rPr lang="en-US" sz="1200" dirty="0">
                    <a:solidFill>
                      <a:sysClr val="window" lastClr="FFFFFF"/>
                    </a:solidFill>
                  </a:rPr>
                  <a:t>−</a:t>
                </a:r>
              </a:p>
            </p:txBody>
          </p:sp>
          <p:sp>
            <p:nvSpPr>
              <p:cNvPr id="59" name="TextBox 58">
                <a:extLst>
                  <a:ext uri="{FF2B5EF4-FFF2-40B4-BE49-F238E27FC236}">
                    <a16:creationId xmlns:a16="http://schemas.microsoft.com/office/drawing/2014/main" id="{EC463E0A-328A-A29B-3B26-96649BF84941}"/>
                  </a:ext>
                </a:extLst>
              </p:cNvPr>
              <p:cNvSpPr txBox="1"/>
              <p:nvPr/>
            </p:nvSpPr>
            <p:spPr>
              <a:xfrm>
                <a:off x="7425719" y="1360000"/>
                <a:ext cx="361708" cy="233307"/>
              </a:xfrm>
              <a:prstGeom prst="rect">
                <a:avLst/>
              </a:prstGeom>
              <a:solidFill>
                <a:schemeClr val="accent3">
                  <a:lumMod val="60000"/>
                  <a:lumOff val="40000"/>
                </a:schemeClr>
              </a:solidFill>
              <a:effectLst/>
            </p:spPr>
            <p:txBody>
              <a:bodyPr wrap="square" lIns="18000" tIns="18000" rIns="18000" bIns="18000" rtlCol="0" anchor="ctr">
                <a:spAutoFit/>
              </a:bodyPr>
              <a:lstStyle/>
              <a:p>
                <a:pPr algn="ctr"/>
                <a:r>
                  <a:rPr lang="en-US" sz="1200" dirty="0">
                    <a:solidFill>
                      <a:sysClr val="window" lastClr="FFFFFF"/>
                    </a:solidFill>
                  </a:rPr>
                  <a:t>-1</a:t>
                </a:r>
              </a:p>
            </p:txBody>
          </p:sp>
          <p:sp>
            <p:nvSpPr>
              <p:cNvPr id="60" name="TextBox 59">
                <a:extLst>
                  <a:ext uri="{FF2B5EF4-FFF2-40B4-BE49-F238E27FC236}">
                    <a16:creationId xmlns:a16="http://schemas.microsoft.com/office/drawing/2014/main" id="{C307A1B3-F24D-BD52-15D8-53430C095B48}"/>
                  </a:ext>
                </a:extLst>
              </p:cNvPr>
              <p:cNvSpPr txBox="1"/>
              <p:nvPr/>
            </p:nvSpPr>
            <p:spPr>
              <a:xfrm>
                <a:off x="7425719" y="1580259"/>
                <a:ext cx="361708" cy="233307"/>
              </a:xfrm>
              <a:prstGeom prst="rect">
                <a:avLst/>
              </a:prstGeom>
              <a:solidFill>
                <a:schemeClr val="accent3"/>
              </a:solidFill>
              <a:effectLst/>
            </p:spPr>
            <p:txBody>
              <a:bodyPr wrap="square" lIns="18000" tIns="18000" rIns="18000" bIns="18000" rtlCol="0" anchor="ctr">
                <a:spAutoFit/>
              </a:bodyPr>
              <a:lstStyle/>
              <a:p>
                <a:pPr algn="ctr"/>
                <a:r>
                  <a:rPr lang="en-US" sz="1200" dirty="0">
                    <a:solidFill>
                      <a:sysClr val="window" lastClr="FFFFFF"/>
                    </a:solidFill>
                  </a:rPr>
                  <a:t>-2</a:t>
                </a:r>
              </a:p>
            </p:txBody>
          </p:sp>
        </p:grpSp>
        <p:grpSp>
          <p:nvGrpSpPr>
            <p:cNvPr id="68" name="Group 67">
              <a:extLst>
                <a:ext uri="{FF2B5EF4-FFF2-40B4-BE49-F238E27FC236}">
                  <a16:creationId xmlns:a16="http://schemas.microsoft.com/office/drawing/2014/main" id="{F2B94FC0-3ADD-65E5-7345-9170E36D4CBA}"/>
                </a:ext>
              </a:extLst>
            </p:cNvPr>
            <p:cNvGrpSpPr>
              <a:grpSpLocks noChangeAspect="1"/>
            </p:cNvGrpSpPr>
            <p:nvPr/>
          </p:nvGrpSpPr>
          <p:grpSpPr>
            <a:xfrm>
              <a:off x="6306177" y="4625421"/>
              <a:ext cx="368749" cy="220762"/>
              <a:chOff x="6303844" y="2524031"/>
              <a:chExt cx="360796" cy="216000"/>
            </a:xfrm>
          </p:grpSpPr>
          <p:sp>
            <p:nvSpPr>
              <p:cNvPr id="69" name="Rectangle 68">
                <a:extLst>
                  <a:ext uri="{FF2B5EF4-FFF2-40B4-BE49-F238E27FC236}">
                    <a16:creationId xmlns:a16="http://schemas.microsoft.com/office/drawing/2014/main" id="{8029959B-B585-A1F4-8308-89F29A15967A}"/>
                  </a:ext>
                </a:extLst>
              </p:cNvPr>
              <p:cNvSpPr/>
              <p:nvPr/>
            </p:nvSpPr>
            <p:spPr>
              <a:xfrm>
                <a:off x="6303844" y="2524031"/>
                <a:ext cx="360000" cy="216000"/>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0" name="Isosceles Triangle 69">
                <a:extLst>
                  <a:ext uri="{FF2B5EF4-FFF2-40B4-BE49-F238E27FC236}">
                    <a16:creationId xmlns:a16="http://schemas.microsoft.com/office/drawing/2014/main" id="{A7C4C0C0-11D9-A610-55AE-13C6413EF676}"/>
                  </a:ext>
                </a:extLst>
              </p:cNvPr>
              <p:cNvSpPr/>
              <p:nvPr/>
            </p:nvSpPr>
            <p:spPr>
              <a:xfrm rot="16200000">
                <a:off x="6618921" y="2609610"/>
                <a:ext cx="45719" cy="45719"/>
              </a:xfrm>
              <a:prstGeom prst="triangle">
                <a:avLst/>
              </a:prstGeom>
              <a:solidFill>
                <a:schemeClr val="accent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grpSp>
        <p:nvGrpSpPr>
          <p:cNvPr id="3" name="Group 2">
            <a:extLst>
              <a:ext uri="{FF2B5EF4-FFF2-40B4-BE49-F238E27FC236}">
                <a16:creationId xmlns:a16="http://schemas.microsoft.com/office/drawing/2014/main" id="{7792B6E7-9BCE-F999-E691-71AEC03C9832}"/>
              </a:ext>
            </a:extLst>
          </p:cNvPr>
          <p:cNvGrpSpPr/>
          <p:nvPr/>
        </p:nvGrpSpPr>
        <p:grpSpPr>
          <a:xfrm>
            <a:off x="6409350" y="2010309"/>
            <a:ext cx="368755" cy="1055642"/>
            <a:chOff x="6311988" y="2182682"/>
            <a:chExt cx="368755" cy="1055642"/>
          </a:xfrm>
        </p:grpSpPr>
        <p:grpSp>
          <p:nvGrpSpPr>
            <p:cNvPr id="61" name="Group 60">
              <a:extLst>
                <a:ext uri="{FF2B5EF4-FFF2-40B4-BE49-F238E27FC236}">
                  <a16:creationId xmlns:a16="http://schemas.microsoft.com/office/drawing/2014/main" id="{960ECC68-729A-6DFF-823B-4F656369F737}"/>
                </a:ext>
              </a:extLst>
            </p:cNvPr>
            <p:cNvGrpSpPr/>
            <p:nvPr/>
          </p:nvGrpSpPr>
          <p:grpSpPr>
            <a:xfrm>
              <a:off x="6316365" y="2182682"/>
              <a:ext cx="360009" cy="1055642"/>
              <a:chOff x="7425719" y="699230"/>
              <a:chExt cx="361717" cy="1114337"/>
            </a:xfrm>
          </p:grpSpPr>
          <p:sp>
            <p:nvSpPr>
              <p:cNvPr id="62" name="TextBox 61">
                <a:extLst>
                  <a:ext uri="{FF2B5EF4-FFF2-40B4-BE49-F238E27FC236}">
                    <a16:creationId xmlns:a16="http://schemas.microsoft.com/office/drawing/2014/main" id="{B5CF26B2-E421-6996-A30A-8B7ADCCD0208}"/>
                  </a:ext>
                </a:extLst>
              </p:cNvPr>
              <p:cNvSpPr txBox="1"/>
              <p:nvPr/>
            </p:nvSpPr>
            <p:spPr>
              <a:xfrm>
                <a:off x="7425719" y="699230"/>
                <a:ext cx="361708" cy="233307"/>
              </a:xfrm>
              <a:prstGeom prst="rect">
                <a:avLst/>
              </a:prstGeom>
              <a:solidFill>
                <a:schemeClr val="accent1"/>
              </a:solidFill>
              <a:effectLst/>
            </p:spPr>
            <p:txBody>
              <a:bodyPr wrap="square" lIns="18000" tIns="18000" rIns="18000" bIns="18000" rtlCol="0" anchor="ctr">
                <a:spAutoFit/>
              </a:bodyPr>
              <a:lstStyle/>
              <a:p>
                <a:pPr algn="ctr"/>
                <a:r>
                  <a:rPr lang="en-US" sz="1200" dirty="0">
                    <a:solidFill>
                      <a:sysClr val="window" lastClr="FFFFFF"/>
                    </a:solidFill>
                  </a:rPr>
                  <a:t>+2</a:t>
                </a:r>
              </a:p>
            </p:txBody>
          </p:sp>
          <p:sp>
            <p:nvSpPr>
              <p:cNvPr id="63" name="TextBox 62">
                <a:extLst>
                  <a:ext uri="{FF2B5EF4-FFF2-40B4-BE49-F238E27FC236}">
                    <a16:creationId xmlns:a16="http://schemas.microsoft.com/office/drawing/2014/main" id="{DC36B374-19FC-3A7D-355A-7DF1043030AA}"/>
                  </a:ext>
                </a:extLst>
              </p:cNvPr>
              <p:cNvSpPr txBox="1"/>
              <p:nvPr/>
            </p:nvSpPr>
            <p:spPr>
              <a:xfrm>
                <a:off x="7425719" y="919486"/>
                <a:ext cx="361708" cy="233307"/>
              </a:xfrm>
              <a:prstGeom prst="rect">
                <a:avLst/>
              </a:prstGeom>
              <a:solidFill>
                <a:schemeClr val="accent1">
                  <a:lumMod val="60000"/>
                  <a:lumOff val="40000"/>
                </a:schemeClr>
              </a:solidFill>
              <a:effectLst/>
            </p:spPr>
            <p:txBody>
              <a:bodyPr wrap="square" lIns="18000" tIns="18000" rIns="18000" bIns="18000" rtlCol="0" anchor="ctr">
                <a:spAutoFit/>
              </a:bodyPr>
              <a:lstStyle/>
              <a:p>
                <a:pPr algn="ctr"/>
                <a:r>
                  <a:rPr lang="en-US" sz="1200" dirty="0">
                    <a:solidFill>
                      <a:sysClr val="window" lastClr="FFFFFF"/>
                    </a:solidFill>
                  </a:rPr>
                  <a:t>+1</a:t>
                </a:r>
              </a:p>
            </p:txBody>
          </p:sp>
          <p:sp>
            <p:nvSpPr>
              <p:cNvPr id="64" name="TextBox 63">
                <a:extLst>
                  <a:ext uri="{FF2B5EF4-FFF2-40B4-BE49-F238E27FC236}">
                    <a16:creationId xmlns:a16="http://schemas.microsoft.com/office/drawing/2014/main" id="{E5918881-501D-05F3-39E8-DACF28C0D328}"/>
                  </a:ext>
                </a:extLst>
              </p:cNvPr>
              <p:cNvSpPr txBox="1"/>
              <p:nvPr/>
            </p:nvSpPr>
            <p:spPr>
              <a:xfrm>
                <a:off x="7425719" y="1139744"/>
                <a:ext cx="361708" cy="233307"/>
              </a:xfrm>
              <a:prstGeom prst="rect">
                <a:avLst/>
              </a:prstGeom>
              <a:solidFill>
                <a:schemeClr val="accent2"/>
              </a:solidFill>
              <a:effectLst/>
            </p:spPr>
            <p:txBody>
              <a:bodyPr wrap="square" lIns="18000" tIns="18000" rIns="18000" bIns="18000" rtlCol="0" anchor="ctr">
                <a:spAutoFit/>
              </a:bodyPr>
              <a:lstStyle/>
              <a:p>
                <a:pPr algn="ctr"/>
                <a:r>
                  <a:rPr lang="en-US" sz="1200" dirty="0">
                    <a:solidFill>
                      <a:sysClr val="window" lastClr="FFFFFF"/>
                    </a:solidFill>
                  </a:rPr>
                  <a:t>−</a:t>
                </a:r>
              </a:p>
            </p:txBody>
          </p:sp>
          <p:sp>
            <p:nvSpPr>
              <p:cNvPr id="65" name="TextBox 64">
                <a:extLst>
                  <a:ext uri="{FF2B5EF4-FFF2-40B4-BE49-F238E27FC236}">
                    <a16:creationId xmlns:a16="http://schemas.microsoft.com/office/drawing/2014/main" id="{8CDE757E-A8AA-4A87-4CA3-C75E56C0F56A}"/>
                  </a:ext>
                </a:extLst>
              </p:cNvPr>
              <p:cNvSpPr txBox="1"/>
              <p:nvPr/>
            </p:nvSpPr>
            <p:spPr>
              <a:xfrm>
                <a:off x="7425719" y="1360000"/>
                <a:ext cx="361708" cy="233307"/>
              </a:xfrm>
              <a:prstGeom prst="rect">
                <a:avLst/>
              </a:prstGeom>
              <a:solidFill>
                <a:schemeClr val="accent3">
                  <a:lumMod val="60000"/>
                  <a:lumOff val="40000"/>
                </a:schemeClr>
              </a:solidFill>
              <a:effectLst/>
            </p:spPr>
            <p:txBody>
              <a:bodyPr wrap="square" lIns="18000" tIns="18000" rIns="18000" bIns="18000" rtlCol="0" anchor="ctr">
                <a:spAutoFit/>
              </a:bodyPr>
              <a:lstStyle/>
              <a:p>
                <a:pPr algn="ctr"/>
                <a:r>
                  <a:rPr lang="en-US" sz="1200" dirty="0">
                    <a:solidFill>
                      <a:sysClr val="window" lastClr="FFFFFF"/>
                    </a:solidFill>
                  </a:rPr>
                  <a:t>-1</a:t>
                </a:r>
              </a:p>
            </p:txBody>
          </p:sp>
          <p:sp>
            <p:nvSpPr>
              <p:cNvPr id="66" name="TextBox 65">
                <a:extLst>
                  <a:ext uri="{FF2B5EF4-FFF2-40B4-BE49-F238E27FC236}">
                    <a16:creationId xmlns:a16="http://schemas.microsoft.com/office/drawing/2014/main" id="{DCC80F90-8A9D-D848-7B59-4045858123C3}"/>
                  </a:ext>
                </a:extLst>
              </p:cNvPr>
              <p:cNvSpPr txBox="1"/>
              <p:nvPr/>
            </p:nvSpPr>
            <p:spPr>
              <a:xfrm>
                <a:off x="7425728" y="1580260"/>
                <a:ext cx="361708" cy="233307"/>
              </a:xfrm>
              <a:prstGeom prst="rect">
                <a:avLst/>
              </a:prstGeom>
              <a:solidFill>
                <a:schemeClr val="accent3"/>
              </a:solidFill>
              <a:effectLst/>
            </p:spPr>
            <p:txBody>
              <a:bodyPr wrap="square" lIns="18000" tIns="18000" rIns="18000" bIns="18000" rtlCol="0" anchor="ctr">
                <a:spAutoFit/>
              </a:bodyPr>
              <a:lstStyle/>
              <a:p>
                <a:pPr algn="ctr"/>
                <a:r>
                  <a:rPr lang="en-US" sz="1200" dirty="0">
                    <a:solidFill>
                      <a:sysClr val="window" lastClr="FFFFFF"/>
                    </a:solidFill>
                  </a:rPr>
                  <a:t>-2</a:t>
                </a:r>
              </a:p>
            </p:txBody>
          </p:sp>
        </p:grpSp>
        <p:grpSp>
          <p:nvGrpSpPr>
            <p:cNvPr id="71" name="Group 70">
              <a:extLst>
                <a:ext uri="{FF2B5EF4-FFF2-40B4-BE49-F238E27FC236}">
                  <a16:creationId xmlns:a16="http://schemas.microsoft.com/office/drawing/2014/main" id="{AA36E57C-42C4-7BBB-5CEF-E4D6A3A45F3E}"/>
                </a:ext>
              </a:extLst>
            </p:cNvPr>
            <p:cNvGrpSpPr>
              <a:grpSpLocks noChangeAspect="1"/>
            </p:cNvGrpSpPr>
            <p:nvPr/>
          </p:nvGrpSpPr>
          <p:grpSpPr>
            <a:xfrm>
              <a:off x="6311988" y="2587316"/>
              <a:ext cx="368755" cy="220762"/>
              <a:chOff x="6303838" y="2524031"/>
              <a:chExt cx="360802" cy="216000"/>
            </a:xfrm>
          </p:grpSpPr>
          <p:sp>
            <p:nvSpPr>
              <p:cNvPr id="72" name="Rectangle 71">
                <a:extLst>
                  <a:ext uri="{FF2B5EF4-FFF2-40B4-BE49-F238E27FC236}">
                    <a16:creationId xmlns:a16="http://schemas.microsoft.com/office/drawing/2014/main" id="{0C700DA2-8C09-8F35-2ED2-320C5E1E6A13}"/>
                  </a:ext>
                </a:extLst>
              </p:cNvPr>
              <p:cNvSpPr/>
              <p:nvPr/>
            </p:nvSpPr>
            <p:spPr>
              <a:xfrm>
                <a:off x="6303838" y="2524031"/>
                <a:ext cx="360000" cy="216000"/>
              </a:xfrm>
              <a:prstGeom prst="rect">
                <a:avLst/>
              </a:prstGeom>
              <a:no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3" name="Isosceles Triangle 72">
                <a:extLst>
                  <a:ext uri="{FF2B5EF4-FFF2-40B4-BE49-F238E27FC236}">
                    <a16:creationId xmlns:a16="http://schemas.microsoft.com/office/drawing/2014/main" id="{2D9C6D3B-2D04-2557-FB32-9E0911391B83}"/>
                  </a:ext>
                </a:extLst>
              </p:cNvPr>
              <p:cNvSpPr/>
              <p:nvPr/>
            </p:nvSpPr>
            <p:spPr>
              <a:xfrm rot="16200000">
                <a:off x="6618921" y="2609610"/>
                <a:ext cx="45719" cy="45719"/>
              </a:xfrm>
              <a:prstGeom prst="triangle">
                <a:avLst/>
              </a:prstGeom>
              <a:solidFill>
                <a:schemeClr val="accent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grpSp>
    </p:spTree>
    <p:extLst>
      <p:ext uri="{BB962C8B-B14F-4D97-AF65-F5344CB8AC3E}">
        <p14:creationId xmlns:p14="http://schemas.microsoft.com/office/powerpoint/2010/main" val="20568613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8612179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A4BEE999-A2C6-4A32-BE6E-818B4B1E0814}"/>
              </a:ext>
            </a:extLst>
          </p:cNvPr>
          <p:cNvSpPr>
            <a:spLocks noGrp="1"/>
          </p:cNvSpPr>
          <p:nvPr>
            <p:ph sz="quarter" idx="10"/>
          </p:nvPr>
        </p:nvSpPr>
        <p:spPr/>
        <p:txBody>
          <a:bodyPr/>
          <a:lstStyle/>
          <a:p>
            <a:pPr marL="0" lvl="0" indent="0">
              <a:lnSpc>
                <a:spcPct val="110000"/>
              </a:lnSpc>
              <a:spcAft>
                <a:spcPts val="0"/>
              </a:spcAft>
              <a:buSzPct val="100000"/>
              <a:buNone/>
            </a:pPr>
            <a:r>
              <a:rPr lang="en-US" b="1" dirty="0">
                <a:solidFill>
                  <a:prstClr val="black"/>
                </a:solidFill>
              </a:rPr>
              <a:t>Methodology</a:t>
            </a:r>
          </a:p>
          <a:p>
            <a:pPr marL="0" lvl="1" indent="0">
              <a:lnSpc>
                <a:spcPct val="110000"/>
              </a:lnSpc>
              <a:spcAft>
                <a:spcPts val="0"/>
              </a:spcAft>
              <a:buNone/>
            </a:pPr>
            <a:r>
              <a:rPr lang="en-US" dirty="0">
                <a:solidFill>
                  <a:prstClr val="black"/>
                </a:solidFill>
              </a:rPr>
              <a:t>This report was produced through a combination of primary and secondary research. Primary research included briefings and industry surveys. Secondary research included conference presentations and publicly available information. In addition, various Omdia databases and forecasts were used.</a:t>
            </a:r>
          </a:p>
          <a:p>
            <a:pPr marL="0" lvl="0" indent="0">
              <a:lnSpc>
                <a:spcPct val="110000"/>
              </a:lnSpc>
              <a:spcBef>
                <a:spcPts val="1700"/>
              </a:spcBef>
              <a:spcAft>
                <a:spcPts val="0"/>
              </a:spcAft>
              <a:buSzPct val="100000"/>
              <a:buNone/>
            </a:pPr>
            <a:r>
              <a:rPr lang="en-US" b="1" dirty="0">
                <a:solidFill>
                  <a:prstClr val="black"/>
                </a:solidFill>
              </a:rPr>
              <a:t>Further reading</a:t>
            </a:r>
          </a:p>
          <a:p>
            <a:pPr marL="0" lvl="0" indent="0">
              <a:lnSpc>
                <a:spcPct val="110000"/>
              </a:lnSpc>
              <a:spcAft>
                <a:spcPts val="0"/>
              </a:spcAft>
              <a:buSzPct val="100000"/>
              <a:buNone/>
            </a:pPr>
            <a:r>
              <a:rPr lang="en-US" i="1" dirty="0">
                <a:effectLst/>
                <a:ea typeface="Aptos" panose="020B0004020202020204" pitchFamily="34" charset="0"/>
                <a:cs typeface="Aptos" panose="020B0004020202020204" pitchFamily="34" charset="0"/>
                <a:hlinkClick r:id="rId2"/>
              </a:rPr>
              <a:t>2025 Trends to Watch: Telco Software</a:t>
            </a:r>
            <a:r>
              <a:rPr lang="en-US" b="1" dirty="0">
                <a:solidFill>
                  <a:prstClr val="black"/>
                </a:solidFill>
                <a:effectLst/>
                <a:ea typeface="Aptos" panose="020B0004020202020204" pitchFamily="34" charset="0"/>
                <a:cs typeface="Aptos" panose="020B0004020202020204" pitchFamily="34" charset="0"/>
              </a:rPr>
              <a:t> </a:t>
            </a:r>
            <a:r>
              <a:rPr lang="en-US" dirty="0">
                <a:solidFill>
                  <a:prstClr val="black"/>
                </a:solidFill>
                <a:effectLst/>
                <a:ea typeface="Aptos" panose="020B0004020202020204" pitchFamily="34" charset="0"/>
                <a:cs typeface="Aptos" panose="020B0004020202020204" pitchFamily="34" charset="0"/>
              </a:rPr>
              <a:t>(November 2024)</a:t>
            </a:r>
            <a:endParaRPr lang="en-US" dirty="0">
              <a:solidFill>
                <a:prstClr val="black"/>
              </a:solidFill>
            </a:endParaRPr>
          </a:p>
          <a:p>
            <a:pPr marL="0" marR="0" indent="0">
              <a:lnSpc>
                <a:spcPct val="110000"/>
              </a:lnSpc>
              <a:spcAft>
                <a:spcPts val="0"/>
              </a:spcAft>
              <a:buNone/>
            </a:pPr>
            <a:r>
              <a:rPr lang="en-US" i="1" u="none" strike="noStrike" spc="-15" dirty="0">
                <a:solidFill>
                  <a:srgbClr val="6D2CA7"/>
                </a:solidFill>
                <a:effectLst/>
                <a:uFill>
                  <a:solidFill>
                    <a:srgbClr val="6D2CA7"/>
                  </a:solidFill>
                </a:uFill>
                <a:ea typeface="Calibri" panose="020F0502020204030204" pitchFamily="34" charset="0"/>
                <a:hlinkClick r:id="rId3"/>
              </a:rPr>
              <a:t>Telecoms IT Market Forecast Report: 2024–29</a:t>
            </a:r>
            <a:r>
              <a:rPr lang="en-US" spc="-15" dirty="0">
                <a:effectLst/>
                <a:ea typeface="Calibri" panose="020F0502020204030204" pitchFamily="34" charset="0"/>
              </a:rPr>
              <a:t> (August 2024)</a:t>
            </a:r>
          </a:p>
          <a:p>
            <a:pPr marL="0" marR="0" indent="0">
              <a:lnSpc>
                <a:spcPct val="110000"/>
              </a:lnSpc>
              <a:spcAft>
                <a:spcPts val="0"/>
              </a:spcAft>
              <a:buNone/>
            </a:pPr>
            <a:r>
              <a:rPr lang="en-US" i="1" u="none" strike="noStrike" spc="-15" dirty="0">
                <a:solidFill>
                  <a:srgbClr val="6D2CA7"/>
                </a:solidFill>
                <a:effectLst/>
                <a:uFill>
                  <a:solidFill>
                    <a:srgbClr val="6D2CA7"/>
                  </a:solidFill>
                </a:uFill>
                <a:ea typeface="Calibri" panose="020F0502020204030204" pitchFamily="34" charset="0"/>
                <a:hlinkClick r:id="rId4"/>
              </a:rPr>
              <a:t>The evolution of network analytics systems: How AI is changing their roles</a:t>
            </a:r>
            <a:r>
              <a:rPr lang="en-US" spc="-15" dirty="0">
                <a:effectLst/>
                <a:ea typeface="Calibri" panose="020F0502020204030204" pitchFamily="34" charset="0"/>
              </a:rPr>
              <a:t> (August 2024)</a:t>
            </a:r>
          </a:p>
          <a:p>
            <a:pPr marL="0" marR="0" indent="0">
              <a:lnSpc>
                <a:spcPct val="110000"/>
              </a:lnSpc>
              <a:spcAft>
                <a:spcPts val="0"/>
              </a:spcAft>
              <a:buNone/>
            </a:pPr>
            <a:r>
              <a:rPr lang="en-US" i="1" spc="-15" dirty="0">
                <a:ea typeface="Calibri" panose="020F0502020204030204" pitchFamily="34" charset="0"/>
                <a:hlinkClick r:id="rId5"/>
              </a:rPr>
              <a:t>State of Play of AI in Telecoms – Mid-2024 Update</a:t>
            </a:r>
            <a:r>
              <a:rPr lang="en-US" spc="-15" dirty="0">
                <a:ea typeface="Calibri" panose="020F0502020204030204" pitchFamily="34" charset="0"/>
              </a:rPr>
              <a:t> (July 2024)</a:t>
            </a:r>
          </a:p>
          <a:p>
            <a:pPr marL="0" marR="0" indent="0">
              <a:lnSpc>
                <a:spcPct val="110000"/>
              </a:lnSpc>
              <a:spcAft>
                <a:spcPts val="0"/>
              </a:spcAft>
              <a:buNone/>
            </a:pPr>
            <a:r>
              <a:rPr lang="en-US" i="1" spc="-15" dirty="0" err="1">
                <a:solidFill>
                  <a:prstClr val="black"/>
                </a:solidFill>
                <a:ea typeface="Calibri" panose="020F0502020204030204" pitchFamily="34" charset="0"/>
                <a:hlinkClick r:id="rId6"/>
              </a:rPr>
              <a:t>GenAI</a:t>
            </a:r>
            <a:r>
              <a:rPr lang="en-US" i="1" spc="-15" dirty="0">
                <a:solidFill>
                  <a:prstClr val="black"/>
                </a:solidFill>
                <a:ea typeface="Calibri" panose="020F0502020204030204" pitchFamily="34" charset="0"/>
                <a:hlinkClick r:id="rId6"/>
              </a:rPr>
              <a:t> in Telecoms: Survey and Report – 2024</a:t>
            </a:r>
            <a:r>
              <a:rPr lang="en-US" spc="-15" dirty="0">
                <a:solidFill>
                  <a:prstClr val="black"/>
                </a:solidFill>
                <a:ea typeface="Calibri" panose="020F0502020204030204" pitchFamily="34" charset="0"/>
              </a:rPr>
              <a:t> (February 2024)</a:t>
            </a:r>
          </a:p>
          <a:p>
            <a:pPr marL="0" marR="0" indent="0">
              <a:lnSpc>
                <a:spcPct val="110000"/>
              </a:lnSpc>
              <a:spcBef>
                <a:spcPts val="1700"/>
              </a:spcBef>
              <a:spcAft>
                <a:spcPts val="0"/>
              </a:spcAft>
              <a:buNone/>
            </a:pPr>
            <a:r>
              <a:rPr lang="en-US" b="1" dirty="0">
                <a:solidFill>
                  <a:prstClr val="black"/>
                </a:solidFill>
              </a:rPr>
              <a:t>Author</a:t>
            </a:r>
          </a:p>
          <a:p>
            <a:pPr marL="0" lvl="1" indent="0">
              <a:lnSpc>
                <a:spcPct val="110000"/>
              </a:lnSpc>
              <a:spcAft>
                <a:spcPts val="0"/>
              </a:spcAft>
              <a:buNone/>
            </a:pPr>
            <a:r>
              <a:rPr lang="en-US" dirty="0"/>
              <a:t>Roz Roseboro, Principal Analyst, Telco Software and AI</a:t>
            </a:r>
          </a:p>
          <a:p>
            <a:pPr marL="0" lvl="1" indent="0">
              <a:lnSpc>
                <a:spcPct val="110000"/>
              </a:lnSpc>
              <a:spcAft>
                <a:spcPts val="0"/>
              </a:spcAft>
              <a:buNone/>
            </a:pPr>
            <a:r>
              <a:rPr lang="en-US" dirty="0">
                <a:solidFill>
                  <a:prstClr val="black"/>
                </a:solidFill>
                <a:hlinkClick r:id="rId7"/>
              </a:rPr>
              <a:t>askananalyst@omdia.com</a:t>
            </a:r>
            <a:endParaRPr lang="en-US" dirty="0">
              <a:solidFill>
                <a:prstClr val="black"/>
              </a:solidFill>
            </a:endParaRPr>
          </a:p>
        </p:txBody>
      </p:sp>
      <p:sp>
        <p:nvSpPr>
          <p:cNvPr id="2" name="Title 1">
            <a:extLst>
              <a:ext uri="{FF2B5EF4-FFF2-40B4-BE49-F238E27FC236}">
                <a16:creationId xmlns:a16="http://schemas.microsoft.com/office/drawing/2014/main" id="{B5EF483A-9DF4-45A5-9519-24B7F13CEA03}"/>
              </a:ext>
            </a:extLst>
          </p:cNvPr>
          <p:cNvSpPr>
            <a:spLocks noGrp="1"/>
          </p:cNvSpPr>
          <p:nvPr>
            <p:ph type="title"/>
          </p:nvPr>
        </p:nvSpPr>
        <p:spPr/>
        <p:txBody>
          <a:bodyPr/>
          <a:lstStyle/>
          <a:p>
            <a:r>
              <a:rPr lang="en-US" dirty="0"/>
              <a:t>Appendix</a:t>
            </a:r>
          </a:p>
        </p:txBody>
      </p:sp>
    </p:spTree>
    <p:extLst>
      <p:ext uri="{BB962C8B-B14F-4D97-AF65-F5344CB8AC3E}">
        <p14:creationId xmlns:p14="http://schemas.microsoft.com/office/powerpoint/2010/main" val="40816188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A4BEE999-A2C6-4A32-BE6E-818B4B1E0814}"/>
              </a:ext>
            </a:extLst>
          </p:cNvPr>
          <p:cNvSpPr>
            <a:spLocks noGrp="1"/>
          </p:cNvSpPr>
          <p:nvPr>
            <p:ph sz="quarter" idx="10"/>
          </p:nvPr>
        </p:nvSpPr>
        <p:spPr/>
        <p:txBody>
          <a:bodyPr/>
          <a:lstStyle/>
          <a:p>
            <a:pPr marL="0" lvl="1" indent="0">
              <a:lnSpc>
                <a:spcPct val="110000"/>
              </a:lnSpc>
              <a:spcAft>
                <a:spcPts val="0"/>
              </a:spcAft>
              <a:buNone/>
            </a:pPr>
            <a:r>
              <a:rPr lang="en-US" b="1" dirty="0">
                <a:solidFill>
                  <a:prstClr val="black"/>
                </a:solidFill>
              </a:rPr>
              <a:t>Omdia consulting</a:t>
            </a:r>
            <a:endParaRPr lang="en-US" b="1" dirty="0">
              <a:solidFill>
                <a:prstClr val="black"/>
              </a:solidFill>
              <a:cs typeface="Calibri"/>
            </a:endParaRPr>
          </a:p>
          <a:p>
            <a:pPr marL="0" lvl="1" indent="0">
              <a:lnSpc>
                <a:spcPct val="110000"/>
              </a:lnSpc>
              <a:spcAft>
                <a:spcPts val="0"/>
              </a:spcAft>
              <a:buNone/>
            </a:pPr>
            <a:r>
              <a:rPr lang="en-US" dirty="0">
                <a:solidFill>
                  <a:prstClr val="black"/>
                </a:solidFill>
              </a:rPr>
              <a:t>We hope that this analysis will help you make informed and imaginative business decisions. If you have further requirements, Omdia’s consulting team may be able to help you. For more information about Omdia’s consulting capabilities, please contact us directly at </a:t>
            </a:r>
            <a:r>
              <a:rPr lang="en-US" dirty="0">
                <a:solidFill>
                  <a:prstClr val="black"/>
                </a:solidFill>
                <a:hlinkClick r:id="rId2"/>
              </a:rPr>
              <a:t>consulting@omdia.com</a:t>
            </a:r>
            <a:r>
              <a:rPr lang="en-US" dirty="0">
                <a:solidFill>
                  <a:prstClr val="black"/>
                </a:solidFill>
              </a:rPr>
              <a:t>.</a:t>
            </a:r>
          </a:p>
          <a:p>
            <a:pPr marL="0" lvl="1" indent="0">
              <a:lnSpc>
                <a:spcPct val="110000"/>
              </a:lnSpc>
              <a:spcBef>
                <a:spcPts val="1700"/>
              </a:spcBef>
              <a:spcAft>
                <a:spcPts val="0"/>
              </a:spcAft>
              <a:buNone/>
            </a:pPr>
            <a:r>
              <a:rPr lang="en-US" b="1" dirty="0">
                <a:solidFill>
                  <a:prstClr val="black"/>
                </a:solidFill>
              </a:rPr>
              <a:t>Citation policy</a:t>
            </a:r>
            <a:endParaRPr lang="en-US" b="1" dirty="0">
              <a:solidFill>
                <a:prstClr val="black"/>
              </a:solidFill>
              <a:cs typeface="Calibri"/>
            </a:endParaRPr>
          </a:p>
          <a:p>
            <a:pPr marL="0" lvl="1" indent="0">
              <a:lnSpc>
                <a:spcPct val="110000"/>
              </a:lnSpc>
              <a:spcAft>
                <a:spcPts val="0"/>
              </a:spcAft>
              <a:buNone/>
            </a:pPr>
            <a:r>
              <a:rPr lang="en-US" dirty="0">
                <a:solidFill>
                  <a:prstClr val="black"/>
                </a:solidFill>
              </a:rPr>
              <a:t>Request external citation and usage of Omdia research and data via </a:t>
            </a:r>
            <a:r>
              <a:rPr lang="en-US" dirty="0">
                <a:solidFill>
                  <a:prstClr val="black"/>
                </a:solidFill>
                <a:hlinkClick r:id="rId3"/>
              </a:rPr>
              <a:t>citations@omdia.com</a:t>
            </a:r>
            <a:r>
              <a:rPr lang="en-US" dirty="0">
                <a:solidFill>
                  <a:prstClr val="black"/>
                </a:solidFill>
              </a:rPr>
              <a:t>.</a:t>
            </a:r>
          </a:p>
          <a:p>
            <a:pPr marL="0" lvl="0" indent="0">
              <a:lnSpc>
                <a:spcPct val="95000"/>
              </a:lnSpc>
              <a:buNone/>
            </a:pPr>
            <a:endParaRPr lang="en-US" dirty="0">
              <a:solidFill>
                <a:prstClr val="black"/>
              </a:solidFill>
            </a:endParaRPr>
          </a:p>
        </p:txBody>
      </p:sp>
      <p:sp>
        <p:nvSpPr>
          <p:cNvPr id="2" name="Title 1">
            <a:extLst>
              <a:ext uri="{FF2B5EF4-FFF2-40B4-BE49-F238E27FC236}">
                <a16:creationId xmlns:a16="http://schemas.microsoft.com/office/drawing/2014/main" id="{B5EF483A-9DF4-45A5-9519-24B7F13CEA03}"/>
              </a:ext>
            </a:extLst>
          </p:cNvPr>
          <p:cNvSpPr>
            <a:spLocks noGrp="1"/>
          </p:cNvSpPr>
          <p:nvPr>
            <p:ph type="title"/>
          </p:nvPr>
        </p:nvSpPr>
        <p:spPr/>
        <p:txBody>
          <a:bodyPr/>
          <a:lstStyle/>
          <a:p>
            <a:r>
              <a:rPr lang="en-US" dirty="0"/>
              <a:t>Appendix</a:t>
            </a:r>
          </a:p>
        </p:txBody>
      </p:sp>
    </p:spTree>
    <p:extLst>
      <p:ext uri="{BB962C8B-B14F-4D97-AF65-F5344CB8AC3E}">
        <p14:creationId xmlns:p14="http://schemas.microsoft.com/office/powerpoint/2010/main" val="27807024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95539102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3_Office Theme">
  <a:themeElements>
    <a:clrScheme name="Omdia Col Test">
      <a:dk1>
        <a:srgbClr val="000000"/>
      </a:dk1>
      <a:lt1>
        <a:srgbClr val="FFFFFF"/>
      </a:lt1>
      <a:dk2>
        <a:srgbClr val="4B4B4B"/>
      </a:dk2>
      <a:lt2>
        <a:srgbClr val="999999"/>
      </a:lt2>
      <a:accent1>
        <a:srgbClr val="6D2CA7"/>
      </a:accent1>
      <a:accent2>
        <a:srgbClr val="EB4EAC"/>
      </a:accent2>
      <a:accent3>
        <a:srgbClr val="3472E4"/>
      </a:accent3>
      <a:accent4>
        <a:srgbClr val="1DA786"/>
      </a:accent4>
      <a:accent5>
        <a:srgbClr val="EDA509"/>
      </a:accent5>
      <a:accent6>
        <a:srgbClr val="E44C24"/>
      </a:accent6>
      <a:hlink>
        <a:srgbClr val="6D2CA7"/>
      </a:hlink>
      <a:folHlink>
        <a:srgbClr val="A0519F"/>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t"/>
      <a:lstStyle>
        <a:defPPr algn="l">
          <a:defRPr dirty="0" err="1">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noFill/>
        <a:effectLst/>
      </a:spPr>
      <a:bodyPr wrap="square" lIns="90000" rIns="90000" rtlCol="0" anchor="t">
        <a:spAutoFit/>
      </a:bodyPr>
      <a:lstStyle>
        <a:defPPr algn="l">
          <a:defRPr sz="1400" dirty="0" err="1" smtClean="0"/>
        </a:defPPr>
      </a:lstStyle>
    </a:txDef>
  </a:objectDefaults>
  <a:extraClrSchemeLst/>
  <a:extLst>
    <a:ext uri="{05A4C25C-085E-4340-85A3-A5531E510DB2}">
      <thm15:themeFamily xmlns:thm15="http://schemas.microsoft.com/office/thememl/2012/main" name="modified_New_generic_PPT_12pt - Copy.pptx" id="{8F27BBBA-823C-4ACB-AE4C-1F1277CCB67D}" vid="{4B4B70D5-0C63-439A-A283-40009929CD61}"/>
    </a:ext>
  </a:extLst>
</a:theme>
</file>

<file path=ppt/theme/theme2.xml><?xml version="1.0" encoding="utf-8"?>
<a:theme xmlns:a="http://schemas.openxmlformats.org/drawingml/2006/main" name="Office Theme">
  <a:themeElements>
    <a:clrScheme name="OMDIA_COLOR_THEME_BLUE">
      <a:dk1>
        <a:sysClr val="windowText" lastClr="000000"/>
      </a:dk1>
      <a:lt1>
        <a:sysClr val="window" lastClr="FFFFFF"/>
      </a:lt1>
      <a:dk2>
        <a:srgbClr val="4B4B4B"/>
      </a:dk2>
      <a:lt2>
        <a:srgbClr val="999999"/>
      </a:lt2>
      <a:accent1>
        <a:srgbClr val="49ACF8"/>
      </a:accent1>
      <a:accent2>
        <a:srgbClr val="80C5FA"/>
      </a:accent2>
      <a:accent3>
        <a:srgbClr val="A4D5FB"/>
      </a:accent3>
      <a:accent4>
        <a:srgbClr val="C8E6FD"/>
      </a:accent4>
      <a:accent5>
        <a:srgbClr val="99B8F1"/>
      </a:accent5>
      <a:accent6>
        <a:srgbClr val="3472E4"/>
      </a:accent6>
      <a:hlink>
        <a:srgbClr val="49ACF8"/>
      </a:hlink>
      <a:folHlink>
        <a:srgbClr val="EB4EAC"/>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Grey">
      <a:srgbClr val="999999"/>
    </a:custClr>
    <a:custClr name="Lighter 80% Grey">
      <a:srgbClr val="EBEBEB"/>
    </a:custClr>
    <a:custClr name="Lighter 60% Grey">
      <a:srgbClr val="D6D6D6"/>
    </a:custClr>
    <a:custClr name="Lighter 40% Grey">
      <a:srgbClr val="C2C2C2"/>
    </a:custClr>
    <a:custClr name="Darker 25% Grey">
      <a:srgbClr val="737373"/>
    </a:custClr>
    <a:custClr name="Orange">
      <a:srgbClr val="E44C24"/>
    </a:custClr>
    <a:custClr name="Lighter 80% Orange">
      <a:srgbClr val="FADBD3"/>
    </a:custClr>
    <a:custClr name="Lighter 60% Orange">
      <a:srgbClr val="F4B7A7"/>
    </a:custClr>
    <a:custClr name="Lighter 40% Orange">
      <a:srgbClr val="EF947C"/>
    </a:custClr>
    <a:custClr name="Darker 25% Orange">
      <a:srgbClr val="AB3515"/>
    </a:custClr>
  </a:custClr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MDIA_COLOR_THEME_BLUE">
      <a:dk1>
        <a:sysClr val="windowText" lastClr="000000"/>
      </a:dk1>
      <a:lt1>
        <a:sysClr val="window" lastClr="FFFFFF"/>
      </a:lt1>
      <a:dk2>
        <a:srgbClr val="4B4B4B"/>
      </a:dk2>
      <a:lt2>
        <a:srgbClr val="999999"/>
      </a:lt2>
      <a:accent1>
        <a:srgbClr val="49ACF8"/>
      </a:accent1>
      <a:accent2>
        <a:srgbClr val="80C5FA"/>
      </a:accent2>
      <a:accent3>
        <a:srgbClr val="A4D5FB"/>
      </a:accent3>
      <a:accent4>
        <a:srgbClr val="C8E6FD"/>
      </a:accent4>
      <a:accent5>
        <a:srgbClr val="99B8F1"/>
      </a:accent5>
      <a:accent6>
        <a:srgbClr val="3472E4"/>
      </a:accent6>
      <a:hlink>
        <a:srgbClr val="49ACF8"/>
      </a:hlink>
      <a:folHlink>
        <a:srgbClr val="EB4EAC"/>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custClrLst>
    <a:custClr name="Grey">
      <a:srgbClr val="999999"/>
    </a:custClr>
    <a:custClr name="Lighter 80% Grey">
      <a:srgbClr val="EBEBEB"/>
    </a:custClr>
    <a:custClr name="Lighter 60% Grey">
      <a:srgbClr val="D6D6D6"/>
    </a:custClr>
    <a:custClr name="Lighter 40% Grey">
      <a:srgbClr val="C2C2C2"/>
    </a:custClr>
    <a:custClr name="Darker 25% Grey">
      <a:srgbClr val="737373"/>
    </a:custClr>
    <a:custClr name="Orange">
      <a:srgbClr val="E44C24"/>
    </a:custClr>
    <a:custClr name="Lighter 80% Orange">
      <a:srgbClr val="FADBD3"/>
    </a:custClr>
    <a:custClr name="Lighter 60% Orange">
      <a:srgbClr val="F4B7A7"/>
    </a:custClr>
    <a:custClr name="Lighter 40% Orange">
      <a:srgbClr val="EF947C"/>
    </a:custClr>
    <a:custClr name="Darker 25% Orange">
      <a:srgbClr val="AB3515"/>
    </a:custClr>
  </a:custClr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5cbf6393-50e2-4904-bc3e-1804619f2b03}" enabled="1" method="Privileged" siteId="{20210462-2c5e-4ec8-b3e2-0be950f292ca}" removed="0"/>
</clbl:labelList>
</file>

<file path=docProps/app.xml><?xml version="1.0" encoding="utf-8"?>
<Properties xmlns="http://schemas.openxmlformats.org/officeDocument/2006/extended-properties" xmlns:vt="http://schemas.openxmlformats.org/officeDocument/2006/docPropsVTypes">
  <Template>modified_New_generic_PPT_12pt - Macro</Template>
  <TotalTime>0</TotalTime>
  <Words>3029</Words>
  <Application>Microsoft Office PowerPoint</Application>
  <PresentationFormat>Widescreen</PresentationFormat>
  <Paragraphs>168</Paragraphs>
  <Slides>22</Slides>
  <Notes>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微软雅黑</vt:lpstr>
      <vt:lpstr>Aptos</vt:lpstr>
      <vt:lpstr>Arial</vt:lpstr>
      <vt:lpstr>Barlow SemiBold</vt:lpstr>
      <vt:lpstr>Calibri</vt:lpstr>
      <vt:lpstr>Roboto</vt:lpstr>
      <vt:lpstr>3_Office Theme</vt:lpstr>
      <vt:lpstr>2025 Trends to Watch: Telco AI and Analytics</vt:lpstr>
      <vt:lpstr>“With clarity on which processes benefit most from AI, CSPs’ AIOps journeys are now underway.”</vt:lpstr>
      <vt:lpstr>Contents</vt:lpstr>
      <vt:lpstr>Key messages</vt:lpstr>
      <vt:lpstr>Key recommendations</vt:lpstr>
      <vt:lpstr>GenAI hype dies down, and CSPs face the hard work needed to make it a reality</vt:lpstr>
      <vt:lpstr>CSPs’ actions do not always match their vision</vt:lpstr>
      <vt:lpstr>CSPs need to define outcomes and KPIs, dedicate budget, and establish data governance to achieve their AI ambitions</vt:lpstr>
      <vt:lpstr>The time is now for CSPs to get moving on their GenAI journey</vt:lpstr>
      <vt:lpstr>GenAI will make its way into more areas of CSP operations</vt:lpstr>
      <vt:lpstr>AI makes inroads in automating network operations</vt:lpstr>
      <vt:lpstr>AI will play an increasingly important role in CSP network operations</vt:lpstr>
      <vt:lpstr>In the next two years, which network processes will AI play a significant role in automating? </vt:lpstr>
      <vt:lpstr>AI will play an increased role in automating network operations</vt:lpstr>
      <vt:lpstr>Data management comes to the fore as CSPs look for ways to drive revenue growth</vt:lpstr>
      <vt:lpstr>Data management will be key to unlocking the value of network and customer data</vt:lpstr>
      <vt:lpstr>How challenging are the following aspects of data management?</vt:lpstr>
      <vt:lpstr>CSPs will struggle to use data to drive revenue growth</vt:lpstr>
      <vt:lpstr>PowerPoint Presentation</vt:lpstr>
      <vt:lpstr>Appendix</vt:lpstr>
      <vt:lpstr>Appendix</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2024-12-04T16:23:23Z</dcterms:created>
  <dcterms:modified xsi:type="dcterms:W3CDTF">2024-12-04T16:24:39Z</dcterms:modified>
</cp:coreProperties>
</file>